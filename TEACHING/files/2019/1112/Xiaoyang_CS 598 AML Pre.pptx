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92" r:id="rId6"/>
    <p:sldId id="257" r:id="rId7"/>
    <p:sldId id="271" r:id="rId8"/>
    <p:sldId id="272" r:id="rId9"/>
    <p:sldId id="277" r:id="rId10"/>
    <p:sldId id="278" r:id="rId11"/>
    <p:sldId id="273" r:id="rId12"/>
    <p:sldId id="295" r:id="rId13"/>
    <p:sldId id="270" r:id="rId14"/>
    <p:sldId id="280" r:id="rId15"/>
    <p:sldId id="274" r:id="rId16"/>
    <p:sldId id="281" r:id="rId17"/>
    <p:sldId id="300" r:id="rId18"/>
    <p:sldId id="296" r:id="rId19"/>
    <p:sldId id="269" r:id="rId20"/>
    <p:sldId id="282" r:id="rId21"/>
    <p:sldId id="285" r:id="rId22"/>
    <p:sldId id="283" r:id="rId23"/>
    <p:sldId id="284" r:id="rId24"/>
    <p:sldId id="286" r:id="rId25"/>
    <p:sldId id="298" r:id="rId26"/>
    <p:sldId id="299" r:id="rId27"/>
    <p:sldId id="287" r:id="rId28"/>
    <p:sldId id="297" r:id="rId29"/>
    <p:sldId id="288" r:id="rId30"/>
    <p:sldId id="28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9D1328-8ABE-44CE-97C6-92C9802856E0}" v="252" dt="2019-11-12T19:08:52.1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89753" autoAdjust="0"/>
  </p:normalViewPr>
  <p:slideViewPr>
    <p:cSldViewPr snapToGrid="0" showGuides="1">
      <p:cViewPr varScale="1">
        <p:scale>
          <a:sx n="114" d="100"/>
          <a:sy n="114" d="100"/>
        </p:scale>
        <p:origin x="18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197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Xiaoyang" userId="65a5cfd3-63eb-447d-b9d7-6941e606ac3d" providerId="ADAL" clId="{EA9D1328-8ABE-44CE-97C6-92C9802856E0}"/>
    <pc:docChg chg="undo custSel mod addSld delSld modSld sldOrd">
      <pc:chgData name="Wang, Xiaoyang" userId="65a5cfd3-63eb-447d-b9d7-6941e606ac3d" providerId="ADAL" clId="{EA9D1328-8ABE-44CE-97C6-92C9802856E0}" dt="2019-11-12T19:09:03.379" v="8981" actId="1037"/>
      <pc:docMkLst>
        <pc:docMk/>
      </pc:docMkLst>
      <pc:sldChg chg="addSp modSp">
        <pc:chgData name="Wang, Xiaoyang" userId="65a5cfd3-63eb-447d-b9d7-6941e606ac3d" providerId="ADAL" clId="{EA9D1328-8ABE-44CE-97C6-92C9802856E0}" dt="2019-11-12T07:59:23.090" v="1984" actId="20577"/>
        <pc:sldMkLst>
          <pc:docMk/>
          <pc:sldMk cId="1654255301" sldId="257"/>
        </pc:sldMkLst>
        <pc:spChg chg="mod">
          <ac:chgData name="Wang, Xiaoyang" userId="65a5cfd3-63eb-447d-b9d7-6941e606ac3d" providerId="ADAL" clId="{EA9D1328-8ABE-44CE-97C6-92C9802856E0}" dt="2019-11-12T07:59:23.090" v="1984" actId="20577"/>
          <ac:spMkLst>
            <pc:docMk/>
            <pc:sldMk cId="1654255301" sldId="257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07:58:50.768" v="1929" actId="1076"/>
          <ac:picMkLst>
            <pc:docMk/>
            <pc:sldMk cId="1654255301" sldId="257"/>
            <ac:picMk id="4" creationId="{75BC8F8B-2FA5-4EDB-9AA8-084D892561B6}"/>
          </ac:picMkLst>
        </pc:picChg>
      </pc:sldChg>
      <pc:sldChg chg="modSp">
        <pc:chgData name="Wang, Xiaoyang" userId="65a5cfd3-63eb-447d-b9d7-6941e606ac3d" providerId="ADAL" clId="{EA9D1328-8ABE-44CE-97C6-92C9802856E0}" dt="2019-11-12T10:52:13.364" v="5916" actId="20577"/>
        <pc:sldMkLst>
          <pc:docMk/>
          <pc:sldMk cId="1813701713" sldId="269"/>
        </pc:sldMkLst>
        <pc:spChg chg="mod">
          <ac:chgData name="Wang, Xiaoyang" userId="65a5cfd3-63eb-447d-b9d7-6941e606ac3d" providerId="ADAL" clId="{EA9D1328-8ABE-44CE-97C6-92C9802856E0}" dt="2019-11-12T10:52:13.364" v="5916" actId="20577"/>
          <ac:spMkLst>
            <pc:docMk/>
            <pc:sldMk cId="1813701713" sldId="269"/>
            <ac:spMk id="14" creationId="{00000000-0000-0000-0000-000000000000}"/>
          </ac:spMkLst>
        </pc:spChg>
      </pc:sldChg>
      <pc:sldChg chg="addSp delSp modSp">
        <pc:chgData name="Wang, Xiaoyang" userId="65a5cfd3-63eb-447d-b9d7-6941e606ac3d" providerId="ADAL" clId="{EA9D1328-8ABE-44CE-97C6-92C9802856E0}" dt="2019-11-12T10:09:44.454" v="4914" actId="1038"/>
        <pc:sldMkLst>
          <pc:docMk/>
          <pc:sldMk cId="1761197625" sldId="270"/>
        </pc:sldMkLst>
        <pc:spChg chg="add del">
          <ac:chgData name="Wang, Xiaoyang" userId="65a5cfd3-63eb-447d-b9d7-6941e606ac3d" providerId="ADAL" clId="{EA9D1328-8ABE-44CE-97C6-92C9802856E0}" dt="2019-11-12T09:35:01.052" v="3556"/>
          <ac:spMkLst>
            <pc:docMk/>
            <pc:sldMk cId="1761197625" sldId="270"/>
            <ac:spMk id="4" creationId="{37D772D3-2B58-43DA-963F-C4E42E1216F4}"/>
          </ac:spMkLst>
        </pc:spChg>
        <pc:spChg chg="mod">
          <ac:chgData name="Wang, Xiaoyang" userId="65a5cfd3-63eb-447d-b9d7-6941e606ac3d" providerId="ADAL" clId="{EA9D1328-8ABE-44CE-97C6-92C9802856E0}" dt="2019-11-12T09:24:15.721" v="3483" actId="20577"/>
          <ac:spMkLst>
            <pc:docMk/>
            <pc:sldMk cId="1761197625" sldId="270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0:09:34.951" v="4908" actId="20577"/>
          <ac:spMkLst>
            <pc:docMk/>
            <pc:sldMk cId="1761197625" sldId="270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08:42:29.836" v="2793" actId="1035"/>
          <ac:picMkLst>
            <pc:docMk/>
            <pc:sldMk cId="1761197625" sldId="270"/>
            <ac:picMk id="2" creationId="{8A0E6165-E027-4311-86E2-3B52F7111576}"/>
          </ac:picMkLst>
        </pc:picChg>
        <pc:picChg chg="add del mod">
          <ac:chgData name="Wang, Xiaoyang" userId="65a5cfd3-63eb-447d-b9d7-6941e606ac3d" providerId="ADAL" clId="{EA9D1328-8ABE-44CE-97C6-92C9802856E0}" dt="2019-11-12T09:34:59.587" v="3554" actId="478"/>
          <ac:picMkLst>
            <pc:docMk/>
            <pc:sldMk cId="1761197625" sldId="270"/>
            <ac:picMk id="3" creationId="{0DD8977D-6605-433E-8EC5-A883D9A11A4C}"/>
          </ac:picMkLst>
        </pc:picChg>
        <pc:picChg chg="add mod">
          <ac:chgData name="Wang, Xiaoyang" userId="65a5cfd3-63eb-447d-b9d7-6941e606ac3d" providerId="ADAL" clId="{EA9D1328-8ABE-44CE-97C6-92C9802856E0}" dt="2019-11-12T10:06:11.940" v="4764" actId="1076"/>
          <ac:picMkLst>
            <pc:docMk/>
            <pc:sldMk cId="1761197625" sldId="270"/>
            <ac:picMk id="5" creationId="{92482E01-BBF9-473F-BD95-20A672BFEFF0}"/>
          </ac:picMkLst>
        </pc:picChg>
        <pc:picChg chg="add mod">
          <ac:chgData name="Wang, Xiaoyang" userId="65a5cfd3-63eb-447d-b9d7-6941e606ac3d" providerId="ADAL" clId="{EA9D1328-8ABE-44CE-97C6-92C9802856E0}" dt="2019-11-12T10:06:16.469" v="4765" actId="1076"/>
          <ac:picMkLst>
            <pc:docMk/>
            <pc:sldMk cId="1761197625" sldId="270"/>
            <ac:picMk id="6" creationId="{1E96B0EC-EC33-4DDF-8B9A-15B3E9FF623A}"/>
          </ac:picMkLst>
        </pc:picChg>
        <pc:picChg chg="add mod">
          <ac:chgData name="Wang, Xiaoyang" userId="65a5cfd3-63eb-447d-b9d7-6941e606ac3d" providerId="ADAL" clId="{EA9D1328-8ABE-44CE-97C6-92C9802856E0}" dt="2019-11-12T10:09:44.454" v="4914" actId="1038"/>
          <ac:picMkLst>
            <pc:docMk/>
            <pc:sldMk cId="1761197625" sldId="270"/>
            <ac:picMk id="9" creationId="{D7444841-B81D-4BEB-9653-8B28C62211BD}"/>
          </ac:picMkLst>
        </pc:picChg>
      </pc:sldChg>
      <pc:sldChg chg="modSp modNotesTx">
        <pc:chgData name="Wang, Xiaoyang" userId="65a5cfd3-63eb-447d-b9d7-6941e606ac3d" providerId="ADAL" clId="{EA9D1328-8ABE-44CE-97C6-92C9802856E0}" dt="2019-11-12T09:49:39.004" v="3970" actId="20577"/>
        <pc:sldMkLst>
          <pc:docMk/>
          <pc:sldMk cId="2930862600" sldId="271"/>
        </pc:sldMkLst>
        <pc:spChg chg="mod">
          <ac:chgData name="Wang, Xiaoyang" userId="65a5cfd3-63eb-447d-b9d7-6941e606ac3d" providerId="ADAL" clId="{EA9D1328-8ABE-44CE-97C6-92C9802856E0}" dt="2019-11-12T09:49:30.440" v="3937" actId="20577"/>
          <ac:spMkLst>
            <pc:docMk/>
            <pc:sldMk cId="2930862600" sldId="271"/>
            <ac:spMk id="14" creationId="{00000000-0000-0000-0000-000000000000}"/>
          </ac:spMkLst>
        </pc:spChg>
      </pc:sldChg>
      <pc:sldChg chg="addSp modSp ord">
        <pc:chgData name="Wang, Xiaoyang" userId="65a5cfd3-63eb-447d-b9d7-6941e606ac3d" providerId="ADAL" clId="{EA9D1328-8ABE-44CE-97C6-92C9802856E0}" dt="2019-11-12T09:54:17.590" v="4132" actId="20577"/>
        <pc:sldMkLst>
          <pc:docMk/>
          <pc:sldMk cId="724374683" sldId="272"/>
        </pc:sldMkLst>
        <pc:spChg chg="mod">
          <ac:chgData name="Wang, Xiaoyang" userId="65a5cfd3-63eb-447d-b9d7-6941e606ac3d" providerId="ADAL" clId="{EA9D1328-8ABE-44CE-97C6-92C9802856E0}" dt="2019-11-12T09:54:17.590" v="4132" actId="20577"/>
          <ac:spMkLst>
            <pc:docMk/>
            <pc:sldMk cId="724374683" sldId="272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07:53:34.153" v="1612"/>
          <ac:spMkLst>
            <pc:docMk/>
            <pc:sldMk cId="724374683" sldId="272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08:05:44.634" v="2246" actId="1036"/>
          <ac:picMkLst>
            <pc:docMk/>
            <pc:sldMk cId="724374683" sldId="272"/>
            <ac:picMk id="2" creationId="{185F2DA3-5DB8-40C9-9052-C1DE598CD9D0}"/>
          </ac:picMkLst>
        </pc:picChg>
      </pc:sldChg>
      <pc:sldChg chg="modSp">
        <pc:chgData name="Wang, Xiaoyang" userId="65a5cfd3-63eb-447d-b9d7-6941e606ac3d" providerId="ADAL" clId="{EA9D1328-8ABE-44CE-97C6-92C9802856E0}" dt="2019-11-12T09:55:37.256" v="4147"/>
        <pc:sldMkLst>
          <pc:docMk/>
          <pc:sldMk cId="634226542" sldId="273"/>
        </pc:sldMkLst>
        <pc:spChg chg="mod">
          <ac:chgData name="Wang, Xiaoyang" userId="65a5cfd3-63eb-447d-b9d7-6941e606ac3d" providerId="ADAL" clId="{EA9D1328-8ABE-44CE-97C6-92C9802856E0}" dt="2019-11-12T09:54:36.350" v="4133" actId="20577"/>
          <ac:spMkLst>
            <pc:docMk/>
            <pc:sldMk cId="634226542" sldId="273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09:55:37.256" v="4147"/>
          <ac:spMkLst>
            <pc:docMk/>
            <pc:sldMk cId="634226542" sldId="273"/>
            <ac:spMk id="14" creationId="{00000000-0000-0000-0000-000000000000}"/>
          </ac:spMkLst>
        </pc:spChg>
      </pc:sldChg>
      <pc:sldChg chg="addSp modSp">
        <pc:chgData name="Wang, Xiaoyang" userId="65a5cfd3-63eb-447d-b9d7-6941e606ac3d" providerId="ADAL" clId="{EA9D1328-8ABE-44CE-97C6-92C9802856E0}" dt="2019-11-12T10:18:12.276" v="5233" actId="20577"/>
        <pc:sldMkLst>
          <pc:docMk/>
          <pc:sldMk cId="4284800615" sldId="274"/>
        </pc:sldMkLst>
        <pc:spChg chg="mod">
          <ac:chgData name="Wang, Xiaoyang" userId="65a5cfd3-63eb-447d-b9d7-6941e606ac3d" providerId="ADAL" clId="{EA9D1328-8ABE-44CE-97C6-92C9802856E0}" dt="2019-11-12T09:24:24.522" v="3485"/>
          <ac:spMkLst>
            <pc:docMk/>
            <pc:sldMk cId="4284800615" sldId="274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0:18:12.276" v="5233" actId="20577"/>
          <ac:spMkLst>
            <pc:docMk/>
            <pc:sldMk cId="4284800615" sldId="274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0:11:54.208" v="4998" actId="1038"/>
          <ac:picMkLst>
            <pc:docMk/>
            <pc:sldMk cId="4284800615" sldId="274"/>
            <ac:picMk id="2" creationId="{0D24560A-4514-4EC4-BDC4-86AE290B3C60}"/>
          </ac:picMkLst>
        </pc:picChg>
      </pc:sldChg>
      <pc:sldChg chg="del">
        <pc:chgData name="Wang, Xiaoyang" userId="65a5cfd3-63eb-447d-b9d7-6941e606ac3d" providerId="ADAL" clId="{EA9D1328-8ABE-44CE-97C6-92C9802856E0}" dt="2019-11-12T06:09:42.142" v="1354" actId="2696"/>
        <pc:sldMkLst>
          <pc:docMk/>
          <pc:sldMk cId="3369186172" sldId="275"/>
        </pc:sldMkLst>
      </pc:sldChg>
      <pc:sldChg chg="addSp delSp modSp modNotesTx">
        <pc:chgData name="Wang, Xiaoyang" userId="65a5cfd3-63eb-447d-b9d7-6941e606ac3d" providerId="ADAL" clId="{EA9D1328-8ABE-44CE-97C6-92C9802856E0}" dt="2019-11-12T09:52:08.896" v="4088" actId="20577"/>
        <pc:sldMkLst>
          <pc:docMk/>
          <pc:sldMk cId="2684771530" sldId="277"/>
        </pc:sldMkLst>
        <pc:spChg chg="add del mod">
          <ac:chgData name="Wang, Xiaoyang" userId="65a5cfd3-63eb-447d-b9d7-6941e606ac3d" providerId="ADAL" clId="{EA9D1328-8ABE-44CE-97C6-92C9802856E0}" dt="2019-11-12T04:10:23.329" v="132"/>
          <ac:spMkLst>
            <pc:docMk/>
            <pc:sldMk cId="2684771530" sldId="277"/>
            <ac:spMk id="4" creationId="{8AD31F9A-CA47-48CD-8828-3C45E5AA47F3}"/>
          </ac:spMkLst>
        </pc:spChg>
        <pc:spChg chg="add del mod">
          <ac:chgData name="Wang, Xiaoyang" userId="65a5cfd3-63eb-447d-b9d7-6941e606ac3d" providerId="ADAL" clId="{EA9D1328-8ABE-44CE-97C6-92C9802856E0}" dt="2019-11-12T04:10:23.329" v="132"/>
          <ac:spMkLst>
            <pc:docMk/>
            <pc:sldMk cId="2684771530" sldId="277"/>
            <ac:spMk id="5" creationId="{F21218BB-7135-4468-9F24-3C1DAB855CF9}"/>
          </ac:spMkLst>
        </pc:spChg>
        <pc:spChg chg="mod">
          <ac:chgData name="Wang, Xiaoyang" userId="65a5cfd3-63eb-447d-b9d7-6941e606ac3d" providerId="ADAL" clId="{EA9D1328-8ABE-44CE-97C6-92C9802856E0}" dt="2019-11-12T09:52:08.896" v="4088" actId="20577"/>
          <ac:spMkLst>
            <pc:docMk/>
            <pc:sldMk cId="2684771530" sldId="277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04:09:07.120" v="86" actId="1076"/>
          <ac:picMkLst>
            <pc:docMk/>
            <pc:sldMk cId="2684771530" sldId="277"/>
            <ac:picMk id="3" creationId="{74BF120C-BCD1-4CF2-8D12-2066F2AFFBE1}"/>
          </ac:picMkLst>
        </pc:picChg>
      </pc:sldChg>
      <pc:sldChg chg="addSp delSp modSp modNotesTx">
        <pc:chgData name="Wang, Xiaoyang" userId="65a5cfd3-63eb-447d-b9d7-6941e606ac3d" providerId="ADAL" clId="{EA9D1328-8ABE-44CE-97C6-92C9802856E0}" dt="2019-11-12T09:53:35.485" v="4121" actId="20577"/>
        <pc:sldMkLst>
          <pc:docMk/>
          <pc:sldMk cId="2028468634" sldId="278"/>
        </pc:sldMkLst>
        <pc:spChg chg="mod">
          <ac:chgData name="Wang, Xiaoyang" userId="65a5cfd3-63eb-447d-b9d7-6941e606ac3d" providerId="ADAL" clId="{EA9D1328-8ABE-44CE-97C6-92C9802856E0}" dt="2019-11-12T04:27:02.975" v="410" actId="20577"/>
          <ac:spMkLst>
            <pc:docMk/>
            <pc:sldMk cId="2028468634" sldId="278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09:53:35.485" v="4121" actId="20577"/>
          <ac:spMkLst>
            <pc:docMk/>
            <pc:sldMk cId="2028468634" sldId="278"/>
            <ac:spMk id="14" creationId="{00000000-0000-0000-0000-000000000000}"/>
          </ac:spMkLst>
        </pc:spChg>
        <pc:picChg chg="add del mod">
          <ac:chgData name="Wang, Xiaoyang" userId="65a5cfd3-63eb-447d-b9d7-6941e606ac3d" providerId="ADAL" clId="{EA9D1328-8ABE-44CE-97C6-92C9802856E0}" dt="2019-11-12T04:27:54.574" v="415" actId="478"/>
          <ac:picMkLst>
            <pc:docMk/>
            <pc:sldMk cId="2028468634" sldId="278"/>
            <ac:picMk id="3" creationId="{B791CEFA-F50D-4677-8AFB-EA9436516AD9}"/>
          </ac:picMkLst>
        </pc:picChg>
        <pc:picChg chg="add del mod">
          <ac:chgData name="Wang, Xiaoyang" userId="65a5cfd3-63eb-447d-b9d7-6941e606ac3d" providerId="ADAL" clId="{EA9D1328-8ABE-44CE-97C6-92C9802856E0}" dt="2019-11-12T04:27:30.777" v="411" actId="478"/>
          <ac:picMkLst>
            <pc:docMk/>
            <pc:sldMk cId="2028468634" sldId="278"/>
            <ac:picMk id="4" creationId="{F7D2079A-A945-404F-A3A9-6270BABF96D6}"/>
          </ac:picMkLst>
        </pc:picChg>
        <pc:picChg chg="add mod">
          <ac:chgData name="Wang, Xiaoyang" userId="65a5cfd3-63eb-447d-b9d7-6941e606ac3d" providerId="ADAL" clId="{EA9D1328-8ABE-44CE-97C6-92C9802856E0}" dt="2019-11-12T04:27:34.659" v="414" actId="1038"/>
          <ac:picMkLst>
            <pc:docMk/>
            <pc:sldMk cId="2028468634" sldId="278"/>
            <ac:picMk id="6" creationId="{E811D168-1EBC-4246-90F5-318BA20BD6FB}"/>
          </ac:picMkLst>
        </pc:picChg>
        <pc:picChg chg="add mod">
          <ac:chgData name="Wang, Xiaoyang" userId="65a5cfd3-63eb-447d-b9d7-6941e606ac3d" providerId="ADAL" clId="{EA9D1328-8ABE-44CE-97C6-92C9802856E0}" dt="2019-11-12T04:30:33.903" v="452" actId="1036"/>
          <ac:picMkLst>
            <pc:docMk/>
            <pc:sldMk cId="2028468634" sldId="278"/>
            <ac:picMk id="7" creationId="{EA62F532-ECDF-4ED4-BA43-58ED7349A953}"/>
          </ac:picMkLst>
        </pc:picChg>
        <pc:picChg chg="add mod">
          <ac:chgData name="Wang, Xiaoyang" userId="65a5cfd3-63eb-447d-b9d7-6941e606ac3d" providerId="ADAL" clId="{EA9D1328-8ABE-44CE-97C6-92C9802856E0}" dt="2019-11-12T04:30:32.210" v="450" actId="1035"/>
          <ac:picMkLst>
            <pc:docMk/>
            <pc:sldMk cId="2028468634" sldId="278"/>
            <ac:picMk id="8" creationId="{A22E749D-EEF3-4E77-B4B0-B04958867554}"/>
          </ac:picMkLst>
        </pc:picChg>
        <pc:picChg chg="add del mod">
          <ac:chgData name="Wang, Xiaoyang" userId="65a5cfd3-63eb-447d-b9d7-6941e606ac3d" providerId="ADAL" clId="{EA9D1328-8ABE-44CE-97C6-92C9802856E0}" dt="2019-11-12T04:30:10.105" v="447" actId="478"/>
          <ac:picMkLst>
            <pc:docMk/>
            <pc:sldMk cId="2028468634" sldId="278"/>
            <ac:picMk id="9" creationId="{A92CC0E1-D7B9-48DF-92C3-CEDE61B400B6}"/>
          </ac:picMkLst>
        </pc:picChg>
        <pc:picChg chg="add mod">
          <ac:chgData name="Wang, Xiaoyang" userId="65a5cfd3-63eb-447d-b9d7-6941e606ac3d" providerId="ADAL" clId="{EA9D1328-8ABE-44CE-97C6-92C9802856E0}" dt="2019-11-12T04:30:34.865" v="453" actId="1035"/>
          <ac:picMkLst>
            <pc:docMk/>
            <pc:sldMk cId="2028468634" sldId="278"/>
            <ac:picMk id="10" creationId="{BFF7CF4D-B33A-417F-BF63-279581320BAA}"/>
          </ac:picMkLst>
        </pc:picChg>
        <pc:picChg chg="add mod">
          <ac:chgData name="Wang, Xiaoyang" userId="65a5cfd3-63eb-447d-b9d7-6941e606ac3d" providerId="ADAL" clId="{EA9D1328-8ABE-44CE-97C6-92C9802856E0}" dt="2019-11-12T04:31:02.464" v="457" actId="1076"/>
          <ac:picMkLst>
            <pc:docMk/>
            <pc:sldMk cId="2028468634" sldId="278"/>
            <ac:picMk id="11" creationId="{48050928-C307-42E3-AEB8-70FC1169A965}"/>
          </ac:picMkLst>
        </pc:picChg>
        <pc:picChg chg="add mod">
          <ac:chgData name="Wang, Xiaoyang" userId="65a5cfd3-63eb-447d-b9d7-6941e606ac3d" providerId="ADAL" clId="{EA9D1328-8ABE-44CE-97C6-92C9802856E0}" dt="2019-11-12T08:07:13.457" v="2286" actId="1036"/>
          <ac:picMkLst>
            <pc:docMk/>
            <pc:sldMk cId="2028468634" sldId="278"/>
            <ac:picMk id="12" creationId="{0FA61953-1D17-46C6-8F59-42FCF9425512}"/>
          </ac:picMkLst>
        </pc:picChg>
        <pc:picChg chg="add mod">
          <ac:chgData name="Wang, Xiaoyang" userId="65a5cfd3-63eb-447d-b9d7-6941e606ac3d" providerId="ADAL" clId="{EA9D1328-8ABE-44CE-97C6-92C9802856E0}" dt="2019-11-12T08:07:11.022" v="2270" actId="1035"/>
          <ac:picMkLst>
            <pc:docMk/>
            <pc:sldMk cId="2028468634" sldId="278"/>
            <ac:picMk id="15" creationId="{5F1C659D-DF5B-42B7-B20C-78F4EA08D200}"/>
          </ac:picMkLst>
        </pc:picChg>
      </pc:sldChg>
      <pc:sldChg chg="del modTransition modNotesTx">
        <pc:chgData name="Wang, Xiaoyang" userId="65a5cfd3-63eb-447d-b9d7-6941e606ac3d" providerId="ADAL" clId="{EA9D1328-8ABE-44CE-97C6-92C9802856E0}" dt="2019-11-12T07:49:55.490" v="1501" actId="2696"/>
        <pc:sldMkLst>
          <pc:docMk/>
          <pc:sldMk cId="90273227" sldId="279"/>
        </pc:sldMkLst>
      </pc:sldChg>
      <pc:sldChg chg="addSp delSp modSp modNotesTx">
        <pc:chgData name="Wang, Xiaoyang" userId="65a5cfd3-63eb-447d-b9d7-6941e606ac3d" providerId="ADAL" clId="{EA9D1328-8ABE-44CE-97C6-92C9802856E0}" dt="2019-11-12T10:37:32.860" v="5665" actId="20577"/>
        <pc:sldMkLst>
          <pc:docMk/>
          <pc:sldMk cId="2958857439" sldId="280"/>
        </pc:sldMkLst>
        <pc:spChg chg="mod">
          <ac:chgData name="Wang, Xiaoyang" userId="65a5cfd3-63eb-447d-b9d7-6941e606ac3d" providerId="ADAL" clId="{EA9D1328-8ABE-44CE-97C6-92C9802856E0}" dt="2019-11-12T09:24:22.045" v="3484"/>
          <ac:spMkLst>
            <pc:docMk/>
            <pc:sldMk cId="2958857439" sldId="280"/>
            <ac:spMk id="13" creationId="{00000000-0000-0000-0000-000000000000}"/>
          </ac:spMkLst>
        </pc:spChg>
        <pc:spChg chg="add del mod">
          <ac:chgData name="Wang, Xiaoyang" userId="65a5cfd3-63eb-447d-b9d7-6941e606ac3d" providerId="ADAL" clId="{EA9D1328-8ABE-44CE-97C6-92C9802856E0}" dt="2019-11-12T09:09:13.233" v="3396" actId="20577"/>
          <ac:spMkLst>
            <pc:docMk/>
            <pc:sldMk cId="2958857439" sldId="280"/>
            <ac:spMk id="14" creationId="{00000000-0000-0000-0000-000000000000}"/>
          </ac:spMkLst>
        </pc:spChg>
        <pc:picChg chg="add del mod">
          <ac:chgData name="Wang, Xiaoyang" userId="65a5cfd3-63eb-447d-b9d7-6941e606ac3d" providerId="ADAL" clId="{EA9D1328-8ABE-44CE-97C6-92C9802856E0}" dt="2019-11-12T08:49:11.802" v="2888"/>
          <ac:picMkLst>
            <pc:docMk/>
            <pc:sldMk cId="2958857439" sldId="280"/>
            <ac:picMk id="2" creationId="{8FB750C2-800C-4A24-8475-98918D42F8C9}"/>
          </ac:picMkLst>
        </pc:picChg>
        <pc:picChg chg="add mod">
          <ac:chgData name="Wang, Xiaoyang" userId="65a5cfd3-63eb-447d-b9d7-6941e606ac3d" providerId="ADAL" clId="{EA9D1328-8ABE-44CE-97C6-92C9802856E0}" dt="2019-11-12T09:00:53.898" v="3024" actId="1076"/>
          <ac:picMkLst>
            <pc:docMk/>
            <pc:sldMk cId="2958857439" sldId="280"/>
            <ac:picMk id="3" creationId="{F5505F53-0960-492F-9D32-28D3794ADDC5}"/>
          </ac:picMkLst>
        </pc:picChg>
        <pc:picChg chg="add mod">
          <ac:chgData name="Wang, Xiaoyang" userId="65a5cfd3-63eb-447d-b9d7-6941e606ac3d" providerId="ADAL" clId="{EA9D1328-8ABE-44CE-97C6-92C9802856E0}" dt="2019-11-12T09:06:00.032" v="3351" actId="1036"/>
          <ac:picMkLst>
            <pc:docMk/>
            <pc:sldMk cId="2958857439" sldId="280"/>
            <ac:picMk id="4" creationId="{1802E2D9-6E9C-48B6-8718-B960BBCE3146}"/>
          </ac:picMkLst>
        </pc:picChg>
        <pc:picChg chg="add mod">
          <ac:chgData name="Wang, Xiaoyang" userId="65a5cfd3-63eb-447d-b9d7-6941e606ac3d" providerId="ADAL" clId="{EA9D1328-8ABE-44CE-97C6-92C9802856E0}" dt="2019-11-12T09:09:24.330" v="3398" actId="1076"/>
          <ac:picMkLst>
            <pc:docMk/>
            <pc:sldMk cId="2958857439" sldId="280"/>
            <ac:picMk id="5" creationId="{829D1C64-5240-4876-ACC2-BBEFFF5A8FA0}"/>
          </ac:picMkLst>
        </pc:picChg>
        <pc:picChg chg="add del mod">
          <ac:chgData name="Wang, Xiaoyang" userId="65a5cfd3-63eb-447d-b9d7-6941e606ac3d" providerId="ADAL" clId="{EA9D1328-8ABE-44CE-97C6-92C9802856E0}" dt="2019-11-12T09:03:06.202" v="3093" actId="478"/>
          <ac:picMkLst>
            <pc:docMk/>
            <pc:sldMk cId="2958857439" sldId="280"/>
            <ac:picMk id="6" creationId="{BFB7DE0A-DAD2-4A12-904A-A6326B5CC29F}"/>
          </ac:picMkLst>
        </pc:picChg>
        <pc:picChg chg="add mod">
          <ac:chgData name="Wang, Xiaoyang" userId="65a5cfd3-63eb-447d-b9d7-6941e606ac3d" providerId="ADAL" clId="{EA9D1328-8ABE-44CE-97C6-92C9802856E0}" dt="2019-11-12T09:06:08.480" v="3360" actId="1076"/>
          <ac:picMkLst>
            <pc:docMk/>
            <pc:sldMk cId="2958857439" sldId="280"/>
            <ac:picMk id="7" creationId="{29CC649D-A722-4C5F-B0D4-E9ADAE75DFFB}"/>
          </ac:picMkLst>
        </pc:picChg>
        <pc:picChg chg="add mod">
          <ac:chgData name="Wang, Xiaoyang" userId="65a5cfd3-63eb-447d-b9d7-6941e606ac3d" providerId="ADAL" clId="{EA9D1328-8ABE-44CE-97C6-92C9802856E0}" dt="2019-11-12T09:06:05.701" v="3359" actId="1076"/>
          <ac:picMkLst>
            <pc:docMk/>
            <pc:sldMk cId="2958857439" sldId="280"/>
            <ac:picMk id="8" creationId="{06E15B4A-AE40-4E72-8E7E-48B6E0104869}"/>
          </ac:picMkLst>
        </pc:picChg>
        <pc:picChg chg="add mod">
          <ac:chgData name="Wang, Xiaoyang" userId="65a5cfd3-63eb-447d-b9d7-6941e606ac3d" providerId="ADAL" clId="{EA9D1328-8ABE-44CE-97C6-92C9802856E0}" dt="2019-11-12T09:09:19.500" v="3397" actId="1076"/>
          <ac:picMkLst>
            <pc:docMk/>
            <pc:sldMk cId="2958857439" sldId="280"/>
            <ac:picMk id="9" creationId="{FD52BB4A-68A4-454F-89F3-B528D591B3E6}"/>
          </ac:picMkLst>
        </pc:picChg>
        <pc:picChg chg="add mod">
          <ac:chgData name="Wang, Xiaoyang" userId="65a5cfd3-63eb-447d-b9d7-6941e606ac3d" providerId="ADAL" clId="{EA9D1328-8ABE-44CE-97C6-92C9802856E0}" dt="2019-11-12T09:06:31.473" v="3366" actId="1076"/>
          <ac:picMkLst>
            <pc:docMk/>
            <pc:sldMk cId="2958857439" sldId="280"/>
            <ac:picMk id="10" creationId="{2B313258-6DFF-422E-BAAC-B20DC370E935}"/>
          </ac:picMkLst>
        </pc:picChg>
      </pc:sldChg>
      <pc:sldChg chg="addSp delSp modSp">
        <pc:chgData name="Wang, Xiaoyang" userId="65a5cfd3-63eb-447d-b9d7-6941e606ac3d" providerId="ADAL" clId="{EA9D1328-8ABE-44CE-97C6-92C9802856E0}" dt="2019-11-12T19:04:32.714" v="8915" actId="478"/>
        <pc:sldMkLst>
          <pc:docMk/>
          <pc:sldMk cId="3435702450" sldId="281"/>
        </pc:sldMkLst>
        <pc:spChg chg="add del mod">
          <ac:chgData name="Wang, Xiaoyang" userId="65a5cfd3-63eb-447d-b9d7-6941e606ac3d" providerId="ADAL" clId="{EA9D1328-8ABE-44CE-97C6-92C9802856E0}" dt="2019-11-12T19:04:32.714" v="8915" actId="478"/>
          <ac:spMkLst>
            <pc:docMk/>
            <pc:sldMk cId="3435702450" sldId="281"/>
            <ac:spMk id="6" creationId="{11BD838F-BB9E-4C79-BC0B-20B69A049F1B}"/>
          </ac:spMkLst>
        </pc:spChg>
        <pc:spChg chg="add del mod">
          <ac:chgData name="Wang, Xiaoyang" userId="65a5cfd3-63eb-447d-b9d7-6941e606ac3d" providerId="ADAL" clId="{EA9D1328-8ABE-44CE-97C6-92C9802856E0}" dt="2019-11-12T19:00:52.577" v="8852"/>
          <ac:spMkLst>
            <pc:docMk/>
            <pc:sldMk cId="3435702450" sldId="281"/>
            <ac:spMk id="7" creationId="{10A402CF-B550-4B58-92B9-F8DCDBBF63A3}"/>
          </ac:spMkLst>
        </pc:spChg>
        <pc:spChg chg="mod">
          <ac:chgData name="Wang, Xiaoyang" userId="65a5cfd3-63eb-447d-b9d7-6941e606ac3d" providerId="ADAL" clId="{EA9D1328-8ABE-44CE-97C6-92C9802856E0}" dt="2019-11-12T10:19:21.791" v="5261" actId="20577"/>
          <ac:spMkLst>
            <pc:docMk/>
            <pc:sldMk cId="3435702450" sldId="281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9:04:31.095" v="8913" actId="20577"/>
          <ac:spMkLst>
            <pc:docMk/>
            <pc:sldMk cId="3435702450" sldId="281"/>
            <ac:spMk id="14" creationId="{00000000-0000-0000-0000-000000000000}"/>
          </ac:spMkLst>
        </pc:spChg>
        <pc:picChg chg="add del mod">
          <ac:chgData name="Wang, Xiaoyang" userId="65a5cfd3-63eb-447d-b9d7-6941e606ac3d" providerId="ADAL" clId="{EA9D1328-8ABE-44CE-97C6-92C9802856E0}" dt="2019-11-12T18:52:36.300" v="8366" actId="478"/>
          <ac:picMkLst>
            <pc:docMk/>
            <pc:sldMk cId="3435702450" sldId="281"/>
            <ac:picMk id="2" creationId="{5333DAB3-FB35-40EC-AB4D-A37D196A32A9}"/>
          </ac:picMkLst>
        </pc:picChg>
        <pc:picChg chg="add mod">
          <ac:chgData name="Wang, Xiaoyang" userId="65a5cfd3-63eb-447d-b9d7-6941e606ac3d" providerId="ADAL" clId="{EA9D1328-8ABE-44CE-97C6-92C9802856E0}" dt="2019-11-12T18:56:20.252" v="8656" actId="1036"/>
          <ac:picMkLst>
            <pc:docMk/>
            <pc:sldMk cId="3435702450" sldId="281"/>
            <ac:picMk id="3" creationId="{98F16C42-10CA-414E-AD80-DCCD214F7AD6}"/>
          </ac:picMkLst>
        </pc:picChg>
        <pc:picChg chg="add mod">
          <ac:chgData name="Wang, Xiaoyang" userId="65a5cfd3-63eb-447d-b9d7-6941e606ac3d" providerId="ADAL" clId="{EA9D1328-8ABE-44CE-97C6-92C9802856E0}" dt="2019-11-12T18:56:46.078" v="8677" actId="1038"/>
          <ac:picMkLst>
            <pc:docMk/>
            <pc:sldMk cId="3435702450" sldId="281"/>
            <ac:picMk id="4" creationId="{5666A2E3-0C9D-4312-A8D6-BA1F425853A6}"/>
          </ac:picMkLst>
        </pc:picChg>
        <pc:picChg chg="add del mod">
          <ac:chgData name="Wang, Xiaoyang" userId="65a5cfd3-63eb-447d-b9d7-6941e606ac3d" providerId="ADAL" clId="{EA9D1328-8ABE-44CE-97C6-92C9802856E0}" dt="2019-11-12T19:04:31.566" v="8914" actId="478"/>
          <ac:picMkLst>
            <pc:docMk/>
            <pc:sldMk cId="3435702450" sldId="281"/>
            <ac:picMk id="5" creationId="{E067433E-5C76-4733-B0D2-8CD08EB3ADC5}"/>
          </ac:picMkLst>
        </pc:picChg>
      </pc:sldChg>
      <pc:sldChg chg="addSp modSp">
        <pc:chgData name="Wang, Xiaoyang" userId="65a5cfd3-63eb-447d-b9d7-6941e606ac3d" providerId="ADAL" clId="{EA9D1328-8ABE-44CE-97C6-92C9802856E0}" dt="2019-11-12T11:08:44.633" v="6378" actId="20577"/>
        <pc:sldMkLst>
          <pc:docMk/>
          <pc:sldMk cId="3076033693" sldId="282"/>
        </pc:sldMkLst>
        <pc:spChg chg="mod">
          <ac:chgData name="Wang, Xiaoyang" userId="65a5cfd3-63eb-447d-b9d7-6941e606ac3d" providerId="ADAL" clId="{EA9D1328-8ABE-44CE-97C6-92C9802856E0}" dt="2019-11-12T11:08:44.633" v="6378" actId="20577"/>
          <ac:spMkLst>
            <pc:docMk/>
            <pc:sldMk cId="3076033693" sldId="282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0:58:13.007" v="6219" actId="1076"/>
          <ac:picMkLst>
            <pc:docMk/>
            <pc:sldMk cId="3076033693" sldId="282"/>
            <ac:picMk id="2" creationId="{B511540E-AE1E-4394-BFDC-A56C5136E16E}"/>
          </ac:picMkLst>
        </pc:picChg>
      </pc:sldChg>
      <pc:sldChg chg="modSp">
        <pc:chgData name="Wang, Xiaoyang" userId="65a5cfd3-63eb-447d-b9d7-6941e606ac3d" providerId="ADAL" clId="{EA9D1328-8ABE-44CE-97C6-92C9802856E0}" dt="2019-11-12T11:16:27.156" v="6466" actId="20577"/>
        <pc:sldMkLst>
          <pc:docMk/>
          <pc:sldMk cId="1424780223" sldId="283"/>
        </pc:sldMkLst>
        <pc:spChg chg="mod">
          <ac:chgData name="Wang, Xiaoyang" userId="65a5cfd3-63eb-447d-b9d7-6941e606ac3d" providerId="ADAL" clId="{EA9D1328-8ABE-44CE-97C6-92C9802856E0}" dt="2019-11-12T10:43:09.986" v="5762" actId="20577"/>
          <ac:spMkLst>
            <pc:docMk/>
            <pc:sldMk cId="1424780223" sldId="283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1:16:27.156" v="6466" actId="20577"/>
          <ac:spMkLst>
            <pc:docMk/>
            <pc:sldMk cId="1424780223" sldId="283"/>
            <ac:spMk id="14" creationId="{00000000-0000-0000-0000-000000000000}"/>
          </ac:spMkLst>
        </pc:spChg>
      </pc:sldChg>
      <pc:sldChg chg="addSp delSp modSp mod setBg">
        <pc:chgData name="Wang, Xiaoyang" userId="65a5cfd3-63eb-447d-b9d7-6941e606ac3d" providerId="ADAL" clId="{EA9D1328-8ABE-44CE-97C6-92C9802856E0}" dt="2019-11-12T11:36:27.276" v="6821" actId="20577"/>
        <pc:sldMkLst>
          <pc:docMk/>
          <pc:sldMk cId="1406946702" sldId="284"/>
        </pc:sldMkLst>
        <pc:spChg chg="add mod">
          <ac:chgData name="Wang, Xiaoyang" userId="65a5cfd3-63eb-447d-b9d7-6941e606ac3d" providerId="ADAL" clId="{EA9D1328-8ABE-44CE-97C6-92C9802856E0}" dt="2019-11-12T11:36:27.276" v="6821" actId="20577"/>
          <ac:spMkLst>
            <pc:docMk/>
            <pc:sldMk cId="1406946702" sldId="284"/>
            <ac:spMk id="5" creationId="{669EA50A-B21C-4DEB-99E4-4C2E96C96511}"/>
          </ac:spMkLst>
        </pc:spChg>
        <pc:spChg chg="mod">
          <ac:chgData name="Wang, Xiaoyang" userId="65a5cfd3-63eb-447d-b9d7-6941e606ac3d" providerId="ADAL" clId="{EA9D1328-8ABE-44CE-97C6-92C9802856E0}" dt="2019-11-12T11:16:59.690" v="6469" actId="26606"/>
          <ac:spMkLst>
            <pc:docMk/>
            <pc:sldMk cId="1406946702" sldId="284"/>
            <ac:spMk id="13" creationId="{00000000-0000-0000-0000-000000000000}"/>
          </ac:spMkLst>
        </pc:spChg>
        <pc:spChg chg="del">
          <ac:chgData name="Wang, Xiaoyang" userId="65a5cfd3-63eb-447d-b9d7-6941e606ac3d" providerId="ADAL" clId="{EA9D1328-8ABE-44CE-97C6-92C9802856E0}" dt="2019-11-12T11:16:59.690" v="6469" actId="26606"/>
          <ac:spMkLst>
            <pc:docMk/>
            <pc:sldMk cId="1406946702" sldId="284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1:24:26.618" v="6573" actId="1036"/>
          <ac:picMkLst>
            <pc:docMk/>
            <pc:sldMk cId="1406946702" sldId="284"/>
            <ac:picMk id="2" creationId="{70D5D56A-49A5-4519-82D6-9C0C31234E37}"/>
          </ac:picMkLst>
        </pc:picChg>
      </pc:sldChg>
      <pc:sldChg chg="addSp modSp">
        <pc:chgData name="Wang, Xiaoyang" userId="65a5cfd3-63eb-447d-b9d7-6941e606ac3d" providerId="ADAL" clId="{EA9D1328-8ABE-44CE-97C6-92C9802856E0}" dt="2019-11-12T11:15:46.243" v="6428" actId="20577"/>
        <pc:sldMkLst>
          <pc:docMk/>
          <pc:sldMk cId="1706619383" sldId="285"/>
        </pc:sldMkLst>
        <pc:spChg chg="mod">
          <ac:chgData name="Wang, Xiaoyang" userId="65a5cfd3-63eb-447d-b9d7-6941e606ac3d" providerId="ADAL" clId="{EA9D1328-8ABE-44CE-97C6-92C9802856E0}" dt="2019-11-12T11:15:46.243" v="6428" actId="20577"/>
          <ac:spMkLst>
            <pc:docMk/>
            <pc:sldMk cId="1706619383" sldId="285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1:09:45.469" v="6387" actId="1076"/>
          <ac:picMkLst>
            <pc:docMk/>
            <pc:sldMk cId="1706619383" sldId="285"/>
            <ac:picMk id="2" creationId="{E2115F37-F1AA-4B65-9FB7-93B0BD20A516}"/>
          </ac:picMkLst>
        </pc:picChg>
      </pc:sldChg>
      <pc:sldChg chg="addSp modSp">
        <pc:chgData name="Wang, Xiaoyang" userId="65a5cfd3-63eb-447d-b9d7-6941e606ac3d" providerId="ADAL" clId="{EA9D1328-8ABE-44CE-97C6-92C9802856E0}" dt="2019-11-12T12:08:53.232" v="7617" actId="20577"/>
        <pc:sldMkLst>
          <pc:docMk/>
          <pc:sldMk cId="1358675719" sldId="286"/>
        </pc:sldMkLst>
        <pc:spChg chg="mod">
          <ac:chgData name="Wang, Xiaoyang" userId="65a5cfd3-63eb-447d-b9d7-6941e606ac3d" providerId="ADAL" clId="{EA9D1328-8ABE-44CE-97C6-92C9802856E0}" dt="2019-11-12T11:21:26.113" v="6473" actId="20577"/>
          <ac:spMkLst>
            <pc:docMk/>
            <pc:sldMk cId="1358675719" sldId="286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2:08:53.232" v="7617" actId="20577"/>
          <ac:spMkLst>
            <pc:docMk/>
            <pc:sldMk cId="1358675719" sldId="286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1:44:22.442" v="7199" actId="1076"/>
          <ac:picMkLst>
            <pc:docMk/>
            <pc:sldMk cId="1358675719" sldId="286"/>
            <ac:picMk id="2" creationId="{B229B709-700F-4EFF-8DEE-9CD60CE5E652}"/>
          </ac:picMkLst>
        </pc:picChg>
        <pc:picChg chg="add mod">
          <ac:chgData name="Wang, Xiaoyang" userId="65a5cfd3-63eb-447d-b9d7-6941e606ac3d" providerId="ADAL" clId="{EA9D1328-8ABE-44CE-97C6-92C9802856E0}" dt="2019-11-12T12:08:39.584" v="7593" actId="1076"/>
          <ac:picMkLst>
            <pc:docMk/>
            <pc:sldMk cId="1358675719" sldId="286"/>
            <ac:picMk id="3" creationId="{BBBA104F-E388-4600-9FB8-23107947141B}"/>
          </ac:picMkLst>
        </pc:picChg>
      </pc:sldChg>
      <pc:sldChg chg="modSp">
        <pc:chgData name="Wang, Xiaoyang" userId="65a5cfd3-63eb-447d-b9d7-6941e606ac3d" providerId="ADAL" clId="{EA9D1328-8ABE-44CE-97C6-92C9802856E0}" dt="2019-11-12T18:43:56.410" v="8276" actId="20577"/>
        <pc:sldMkLst>
          <pc:docMk/>
          <pc:sldMk cId="2429645170" sldId="287"/>
        </pc:sldMkLst>
        <pc:spChg chg="mod">
          <ac:chgData name="Wang, Xiaoyang" userId="65a5cfd3-63eb-447d-b9d7-6941e606ac3d" providerId="ADAL" clId="{EA9D1328-8ABE-44CE-97C6-92C9802856E0}" dt="2019-11-12T11:21:44.739" v="6475" actId="20577"/>
          <ac:spMkLst>
            <pc:docMk/>
            <pc:sldMk cId="2429645170" sldId="287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8:43:56.410" v="8276" actId="20577"/>
          <ac:spMkLst>
            <pc:docMk/>
            <pc:sldMk cId="2429645170" sldId="287"/>
            <ac:spMk id="14" creationId="{00000000-0000-0000-0000-000000000000}"/>
          </ac:spMkLst>
        </pc:spChg>
      </pc:sldChg>
      <pc:sldChg chg="addSp delSp modSp ord">
        <pc:chgData name="Wang, Xiaoyang" userId="65a5cfd3-63eb-447d-b9d7-6941e606ac3d" providerId="ADAL" clId="{EA9D1328-8ABE-44CE-97C6-92C9802856E0}" dt="2019-11-12T11:22:33.001" v="6479"/>
        <pc:sldMkLst>
          <pc:docMk/>
          <pc:sldMk cId="4218376714" sldId="288"/>
        </pc:sldMkLst>
        <pc:spChg chg="del">
          <ac:chgData name="Wang, Xiaoyang" userId="65a5cfd3-63eb-447d-b9d7-6941e606ac3d" providerId="ADAL" clId="{EA9D1328-8ABE-44CE-97C6-92C9802856E0}" dt="2019-11-12T11:22:33.001" v="6479"/>
          <ac:spMkLst>
            <pc:docMk/>
            <pc:sldMk cId="4218376714" sldId="288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1:22:33.001" v="6479"/>
          <ac:picMkLst>
            <pc:docMk/>
            <pc:sldMk cId="4218376714" sldId="288"/>
            <ac:picMk id="2" creationId="{A377C82C-696E-451D-8050-74B9E1B8C2C5}"/>
          </ac:picMkLst>
        </pc:picChg>
      </pc:sldChg>
      <pc:sldChg chg="modSp">
        <pc:chgData name="Wang, Xiaoyang" userId="65a5cfd3-63eb-447d-b9d7-6941e606ac3d" providerId="ADAL" clId="{EA9D1328-8ABE-44CE-97C6-92C9802856E0}" dt="2019-11-12T18:44:54.841" v="8365" actId="20577"/>
        <pc:sldMkLst>
          <pc:docMk/>
          <pc:sldMk cId="3705250681" sldId="289"/>
        </pc:sldMkLst>
        <pc:spChg chg="mod">
          <ac:chgData name="Wang, Xiaoyang" userId="65a5cfd3-63eb-447d-b9d7-6941e606ac3d" providerId="ADAL" clId="{EA9D1328-8ABE-44CE-97C6-92C9802856E0}" dt="2019-11-12T18:44:54.841" v="8365" actId="20577"/>
          <ac:spMkLst>
            <pc:docMk/>
            <pc:sldMk cId="3705250681" sldId="289"/>
            <ac:spMk id="14" creationId="{00000000-0000-0000-0000-000000000000}"/>
          </ac:spMkLst>
        </pc:spChg>
      </pc:sldChg>
      <pc:sldChg chg="modSp add del">
        <pc:chgData name="Wang, Xiaoyang" userId="65a5cfd3-63eb-447d-b9d7-6941e606ac3d" providerId="ADAL" clId="{EA9D1328-8ABE-44CE-97C6-92C9802856E0}" dt="2019-11-12T09:11:26.737" v="3402" actId="2696"/>
        <pc:sldMkLst>
          <pc:docMk/>
          <pc:sldMk cId="1731350639" sldId="290"/>
        </pc:sldMkLst>
        <pc:spChg chg="mod">
          <ac:chgData name="Wang, Xiaoyang" userId="65a5cfd3-63eb-447d-b9d7-6941e606ac3d" providerId="ADAL" clId="{EA9D1328-8ABE-44CE-97C6-92C9802856E0}" dt="2019-11-12T08:27:15.137" v="2632" actId="20577"/>
          <ac:spMkLst>
            <pc:docMk/>
            <pc:sldMk cId="1731350639" sldId="290"/>
            <ac:spMk id="13" creationId="{00000000-0000-0000-0000-000000000000}"/>
          </ac:spMkLst>
        </pc:spChg>
      </pc:sldChg>
      <pc:sldChg chg="modSp add del">
        <pc:chgData name="Wang, Xiaoyang" userId="65a5cfd3-63eb-447d-b9d7-6941e606ac3d" providerId="ADAL" clId="{EA9D1328-8ABE-44CE-97C6-92C9802856E0}" dt="2019-11-12T10:26:23.364" v="5551" actId="2696"/>
        <pc:sldMkLst>
          <pc:docMk/>
          <pc:sldMk cId="945379791" sldId="291"/>
        </pc:sldMkLst>
        <pc:spChg chg="mod">
          <ac:chgData name="Wang, Xiaoyang" userId="65a5cfd3-63eb-447d-b9d7-6941e606ac3d" providerId="ADAL" clId="{EA9D1328-8ABE-44CE-97C6-92C9802856E0}" dt="2019-11-12T06:09:33.846" v="1353" actId="20577"/>
          <ac:spMkLst>
            <pc:docMk/>
            <pc:sldMk cId="945379791" sldId="291"/>
            <ac:spMk id="13" creationId="{00000000-0000-0000-0000-000000000000}"/>
          </ac:spMkLst>
        </pc:spChg>
      </pc:sldChg>
      <pc:sldChg chg="add del">
        <pc:chgData name="Wang, Xiaoyang" userId="65a5cfd3-63eb-447d-b9d7-6941e606ac3d" providerId="ADAL" clId="{EA9D1328-8ABE-44CE-97C6-92C9802856E0}" dt="2019-11-12T07:41:33.058" v="1356"/>
        <pc:sldMkLst>
          <pc:docMk/>
          <pc:sldMk cId="1340212494" sldId="292"/>
        </pc:sldMkLst>
      </pc:sldChg>
      <pc:sldChg chg="addSp delSp modSp add">
        <pc:chgData name="Wang, Xiaoyang" userId="65a5cfd3-63eb-447d-b9d7-6941e606ac3d" providerId="ADAL" clId="{EA9D1328-8ABE-44CE-97C6-92C9802856E0}" dt="2019-11-12T09:48:57.933" v="3913" actId="20577"/>
        <pc:sldMkLst>
          <pc:docMk/>
          <pc:sldMk cId="1742500950" sldId="292"/>
        </pc:sldMkLst>
        <pc:spChg chg="add del">
          <ac:chgData name="Wang, Xiaoyang" userId="65a5cfd3-63eb-447d-b9d7-6941e606ac3d" providerId="ADAL" clId="{EA9D1328-8ABE-44CE-97C6-92C9802856E0}" dt="2019-11-12T07:43:15.089" v="1428"/>
          <ac:spMkLst>
            <pc:docMk/>
            <pc:sldMk cId="1742500950" sldId="292"/>
            <ac:spMk id="2" creationId="{E6F121EF-2AB8-4D58-8481-3FB18F32ABCC}"/>
          </ac:spMkLst>
        </pc:spChg>
        <pc:spChg chg="add mod">
          <ac:chgData name="Wang, Xiaoyang" userId="65a5cfd3-63eb-447d-b9d7-6941e606ac3d" providerId="ADAL" clId="{EA9D1328-8ABE-44CE-97C6-92C9802856E0}" dt="2019-11-12T07:43:28.821" v="1438" actId="20577"/>
          <ac:spMkLst>
            <pc:docMk/>
            <pc:sldMk cId="1742500950" sldId="292"/>
            <ac:spMk id="3" creationId="{CA9C5388-1996-4CCB-92AD-A7448D6DA30E}"/>
          </ac:spMkLst>
        </pc:spChg>
        <pc:spChg chg="mod">
          <ac:chgData name="Wang, Xiaoyang" userId="65a5cfd3-63eb-447d-b9d7-6941e606ac3d" providerId="ADAL" clId="{EA9D1328-8ABE-44CE-97C6-92C9802856E0}" dt="2019-11-12T07:42:06.632" v="1371" actId="20577"/>
          <ac:spMkLst>
            <pc:docMk/>
            <pc:sldMk cId="1742500950" sldId="292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09:48:57.933" v="3913" actId="20577"/>
          <ac:spMkLst>
            <pc:docMk/>
            <pc:sldMk cId="1742500950" sldId="292"/>
            <ac:spMk id="14" creationId="{00000000-0000-0000-0000-000000000000}"/>
          </ac:spMkLst>
        </pc:spChg>
        <pc:picChg chg="add del mod">
          <ac:chgData name="Wang, Xiaoyang" userId="65a5cfd3-63eb-447d-b9d7-6941e606ac3d" providerId="ADAL" clId="{EA9D1328-8ABE-44CE-97C6-92C9802856E0}" dt="2019-11-12T07:54:57.540" v="1616"/>
          <ac:picMkLst>
            <pc:docMk/>
            <pc:sldMk cId="1742500950" sldId="292"/>
            <ac:picMk id="4" creationId="{4822A324-D58A-44C8-BC49-E7907BE86774}"/>
          </ac:picMkLst>
        </pc:picChg>
      </pc:sldChg>
      <pc:sldChg chg="add del modTransition">
        <pc:chgData name="Wang, Xiaoyang" userId="65a5cfd3-63eb-447d-b9d7-6941e606ac3d" providerId="ADAL" clId="{EA9D1328-8ABE-44CE-97C6-92C9802856E0}" dt="2019-11-12T08:24:48.890" v="2590" actId="2696"/>
        <pc:sldMkLst>
          <pc:docMk/>
          <pc:sldMk cId="3226522620" sldId="293"/>
        </pc:sldMkLst>
      </pc:sldChg>
      <pc:sldChg chg="modSp add del">
        <pc:chgData name="Wang, Xiaoyang" userId="65a5cfd3-63eb-447d-b9d7-6941e606ac3d" providerId="ADAL" clId="{EA9D1328-8ABE-44CE-97C6-92C9802856E0}" dt="2019-11-12T10:39:24.332" v="5760" actId="2696"/>
        <pc:sldMkLst>
          <pc:docMk/>
          <pc:sldMk cId="472885539" sldId="294"/>
        </pc:sldMkLst>
        <pc:spChg chg="mod">
          <ac:chgData name="Wang, Xiaoyang" userId="65a5cfd3-63eb-447d-b9d7-6941e606ac3d" providerId="ADAL" clId="{EA9D1328-8ABE-44CE-97C6-92C9802856E0}" dt="2019-11-12T08:22:54.971" v="2418"/>
          <ac:spMkLst>
            <pc:docMk/>
            <pc:sldMk cId="472885539" sldId="294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08:24:31.987" v="2589" actId="20577"/>
          <ac:spMkLst>
            <pc:docMk/>
            <pc:sldMk cId="472885539" sldId="294"/>
            <ac:spMk id="14" creationId="{00000000-0000-0000-0000-000000000000}"/>
          </ac:spMkLst>
        </pc:spChg>
      </pc:sldChg>
      <pc:sldChg chg="addSp delSp modSp add">
        <pc:chgData name="Wang, Xiaoyang" userId="65a5cfd3-63eb-447d-b9d7-6941e606ac3d" providerId="ADAL" clId="{EA9D1328-8ABE-44CE-97C6-92C9802856E0}" dt="2019-11-12T10:03:59.466" v="4754" actId="20577"/>
        <pc:sldMkLst>
          <pc:docMk/>
          <pc:sldMk cId="2358280380" sldId="295"/>
        </pc:sldMkLst>
        <pc:spChg chg="mod">
          <ac:chgData name="Wang, Xiaoyang" userId="65a5cfd3-63eb-447d-b9d7-6941e606ac3d" providerId="ADAL" clId="{EA9D1328-8ABE-44CE-97C6-92C9802856E0}" dt="2019-11-12T09:27:15.666" v="3506" actId="20577"/>
          <ac:spMkLst>
            <pc:docMk/>
            <pc:sldMk cId="2358280380" sldId="295"/>
            <ac:spMk id="2" creationId="{75343078-F41D-4C7C-B90C-76B0DB64A279}"/>
          </ac:spMkLst>
        </pc:spChg>
        <pc:spChg chg="mod">
          <ac:chgData name="Wang, Xiaoyang" userId="65a5cfd3-63eb-447d-b9d7-6941e606ac3d" providerId="ADAL" clId="{EA9D1328-8ABE-44CE-97C6-92C9802856E0}" dt="2019-11-12T10:03:59.466" v="4754" actId="20577"/>
          <ac:spMkLst>
            <pc:docMk/>
            <pc:sldMk cId="2358280380" sldId="295"/>
            <ac:spMk id="3" creationId="{A05D9344-3A13-4BC1-B588-B923AEE6DD1D}"/>
          </ac:spMkLst>
        </pc:spChg>
        <pc:picChg chg="add mod">
          <ac:chgData name="Wang, Xiaoyang" userId="65a5cfd3-63eb-447d-b9d7-6941e606ac3d" providerId="ADAL" clId="{EA9D1328-8ABE-44CE-97C6-92C9802856E0}" dt="2019-11-12T09:44:16.770" v="3626" actId="1076"/>
          <ac:picMkLst>
            <pc:docMk/>
            <pc:sldMk cId="2358280380" sldId="295"/>
            <ac:picMk id="4" creationId="{2B3C6A89-981E-4BDF-AD9A-AF328DF11782}"/>
          </ac:picMkLst>
        </pc:picChg>
        <pc:picChg chg="add mod">
          <ac:chgData name="Wang, Xiaoyang" userId="65a5cfd3-63eb-447d-b9d7-6941e606ac3d" providerId="ADAL" clId="{EA9D1328-8ABE-44CE-97C6-92C9802856E0}" dt="2019-11-12T10:01:19.835" v="4397" actId="1036"/>
          <ac:picMkLst>
            <pc:docMk/>
            <pc:sldMk cId="2358280380" sldId="295"/>
            <ac:picMk id="5" creationId="{9D05D126-AB38-48C9-974A-5E364392BAAE}"/>
          </ac:picMkLst>
        </pc:picChg>
        <pc:picChg chg="add mod">
          <ac:chgData name="Wang, Xiaoyang" userId="65a5cfd3-63eb-447d-b9d7-6941e606ac3d" providerId="ADAL" clId="{EA9D1328-8ABE-44CE-97C6-92C9802856E0}" dt="2019-11-12T10:01:19.835" v="4397" actId="1036"/>
          <ac:picMkLst>
            <pc:docMk/>
            <pc:sldMk cId="2358280380" sldId="295"/>
            <ac:picMk id="6" creationId="{C5BD0BF5-0419-40FE-8D37-845246878E43}"/>
          </ac:picMkLst>
        </pc:picChg>
        <pc:picChg chg="add mod">
          <ac:chgData name="Wang, Xiaoyang" userId="65a5cfd3-63eb-447d-b9d7-6941e606ac3d" providerId="ADAL" clId="{EA9D1328-8ABE-44CE-97C6-92C9802856E0}" dt="2019-11-12T10:01:21.497" v="4398" actId="1035"/>
          <ac:picMkLst>
            <pc:docMk/>
            <pc:sldMk cId="2358280380" sldId="295"/>
            <ac:picMk id="7" creationId="{80EC82C4-B9AC-40BA-8BB9-B03CFEDDE1EB}"/>
          </ac:picMkLst>
        </pc:picChg>
        <pc:picChg chg="add mod">
          <ac:chgData name="Wang, Xiaoyang" userId="65a5cfd3-63eb-447d-b9d7-6941e606ac3d" providerId="ADAL" clId="{EA9D1328-8ABE-44CE-97C6-92C9802856E0}" dt="2019-11-12T10:01:21.996" v="4399" actId="1035"/>
          <ac:picMkLst>
            <pc:docMk/>
            <pc:sldMk cId="2358280380" sldId="295"/>
            <ac:picMk id="8" creationId="{07891E8D-952D-436C-A292-70E4DDF02914}"/>
          </ac:picMkLst>
        </pc:picChg>
        <pc:picChg chg="add mod">
          <ac:chgData name="Wang, Xiaoyang" userId="65a5cfd3-63eb-447d-b9d7-6941e606ac3d" providerId="ADAL" clId="{EA9D1328-8ABE-44CE-97C6-92C9802856E0}" dt="2019-11-12T09:59:42.737" v="4270" actId="1035"/>
          <ac:picMkLst>
            <pc:docMk/>
            <pc:sldMk cId="2358280380" sldId="295"/>
            <ac:picMk id="9" creationId="{F0A4F20C-B17D-4B5D-B1F3-5C9B28C32BC9}"/>
          </ac:picMkLst>
        </pc:picChg>
        <pc:picChg chg="add mod">
          <ac:chgData name="Wang, Xiaoyang" userId="65a5cfd3-63eb-447d-b9d7-6941e606ac3d" providerId="ADAL" clId="{EA9D1328-8ABE-44CE-97C6-92C9802856E0}" dt="2019-11-12T09:59:47.489" v="4277" actId="1038"/>
          <ac:picMkLst>
            <pc:docMk/>
            <pc:sldMk cId="2358280380" sldId="295"/>
            <ac:picMk id="10" creationId="{6AE9FDEC-D51F-411E-A651-56B1E145A73E}"/>
          </ac:picMkLst>
        </pc:picChg>
        <pc:picChg chg="add del">
          <ac:chgData name="Wang, Xiaoyang" userId="65a5cfd3-63eb-447d-b9d7-6941e606ac3d" providerId="ADAL" clId="{EA9D1328-8ABE-44CE-97C6-92C9802856E0}" dt="2019-11-12T10:03:44.841" v="4712" actId="478"/>
          <ac:picMkLst>
            <pc:docMk/>
            <pc:sldMk cId="2358280380" sldId="295"/>
            <ac:picMk id="11" creationId="{F75B9BAC-5345-44D3-A009-B57CF88C47F4}"/>
          </ac:picMkLst>
        </pc:picChg>
      </pc:sldChg>
      <pc:sldChg chg="modSp add">
        <pc:chgData name="Wang, Xiaoyang" userId="65a5cfd3-63eb-447d-b9d7-6941e606ac3d" providerId="ADAL" clId="{EA9D1328-8ABE-44CE-97C6-92C9802856E0}" dt="2019-11-12T10:39:00.947" v="5757" actId="20577"/>
        <pc:sldMkLst>
          <pc:docMk/>
          <pc:sldMk cId="3326925138" sldId="296"/>
        </pc:sldMkLst>
        <pc:spChg chg="mod">
          <ac:chgData name="Wang, Xiaoyang" userId="65a5cfd3-63eb-447d-b9d7-6941e606ac3d" providerId="ADAL" clId="{EA9D1328-8ABE-44CE-97C6-92C9802856E0}" dt="2019-11-12T10:20:39.294" v="5334" actId="20577"/>
          <ac:spMkLst>
            <pc:docMk/>
            <pc:sldMk cId="3326925138" sldId="296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0:39:00.947" v="5757" actId="20577"/>
          <ac:spMkLst>
            <pc:docMk/>
            <pc:sldMk cId="3326925138" sldId="296"/>
            <ac:spMk id="14" creationId="{00000000-0000-0000-0000-000000000000}"/>
          </ac:spMkLst>
        </pc:spChg>
      </pc:sldChg>
      <pc:sldChg chg="modSp add">
        <pc:chgData name="Wang, Xiaoyang" userId="65a5cfd3-63eb-447d-b9d7-6941e606ac3d" providerId="ADAL" clId="{EA9D1328-8ABE-44CE-97C6-92C9802856E0}" dt="2019-11-12T11:57:20.650" v="7537" actId="20577"/>
        <pc:sldMkLst>
          <pc:docMk/>
          <pc:sldMk cId="3321177606" sldId="297"/>
        </pc:sldMkLst>
        <pc:spChg chg="mod">
          <ac:chgData name="Wang, Xiaoyang" userId="65a5cfd3-63eb-447d-b9d7-6941e606ac3d" providerId="ADAL" clId="{EA9D1328-8ABE-44CE-97C6-92C9802856E0}" dt="2019-11-12T11:21:57.408" v="6478"/>
          <ac:spMkLst>
            <pc:docMk/>
            <pc:sldMk cId="3321177606" sldId="297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1:57:20.650" v="7537" actId="20577"/>
          <ac:spMkLst>
            <pc:docMk/>
            <pc:sldMk cId="3321177606" sldId="297"/>
            <ac:spMk id="14" creationId="{00000000-0000-0000-0000-000000000000}"/>
          </ac:spMkLst>
        </pc:spChg>
      </pc:sldChg>
      <pc:sldChg chg="addSp delSp modSp add">
        <pc:chgData name="Wang, Xiaoyang" userId="65a5cfd3-63eb-447d-b9d7-6941e606ac3d" providerId="ADAL" clId="{EA9D1328-8ABE-44CE-97C6-92C9802856E0}" dt="2019-11-12T12:15:32.149" v="7885" actId="20577"/>
        <pc:sldMkLst>
          <pc:docMk/>
          <pc:sldMk cId="149963638" sldId="298"/>
        </pc:sldMkLst>
        <pc:spChg chg="add mod">
          <ac:chgData name="Wang, Xiaoyang" userId="65a5cfd3-63eb-447d-b9d7-6941e606ac3d" providerId="ADAL" clId="{EA9D1328-8ABE-44CE-97C6-92C9802856E0}" dt="2019-11-12T12:15:32.149" v="7885" actId="20577"/>
          <ac:spMkLst>
            <pc:docMk/>
            <pc:sldMk cId="149963638" sldId="298"/>
            <ac:spMk id="10" creationId="{27C8610A-F7C4-45CC-9062-8041CCF2AA3D}"/>
          </ac:spMkLst>
        </pc:spChg>
        <pc:spChg chg="mod">
          <ac:chgData name="Wang, Xiaoyang" userId="65a5cfd3-63eb-447d-b9d7-6941e606ac3d" providerId="ADAL" clId="{EA9D1328-8ABE-44CE-97C6-92C9802856E0}" dt="2019-11-12T12:13:21.788" v="7675" actId="20577"/>
          <ac:spMkLst>
            <pc:docMk/>
            <pc:sldMk cId="149963638" sldId="298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2:14:17.205" v="7767" actId="14100"/>
          <ac:spMkLst>
            <pc:docMk/>
            <pc:sldMk cId="149963638" sldId="298"/>
            <ac:spMk id="14" creationId="{00000000-0000-0000-0000-000000000000}"/>
          </ac:spMkLst>
        </pc:spChg>
        <pc:picChg chg="del">
          <ac:chgData name="Wang, Xiaoyang" userId="65a5cfd3-63eb-447d-b9d7-6941e606ac3d" providerId="ADAL" clId="{EA9D1328-8ABE-44CE-97C6-92C9802856E0}" dt="2019-11-12T12:11:23.326" v="7620" actId="478"/>
          <ac:picMkLst>
            <pc:docMk/>
            <pc:sldMk cId="149963638" sldId="298"/>
            <ac:picMk id="2" creationId="{B229B709-700F-4EFF-8DEE-9CD60CE5E652}"/>
          </ac:picMkLst>
        </pc:picChg>
        <pc:picChg chg="del">
          <ac:chgData name="Wang, Xiaoyang" userId="65a5cfd3-63eb-447d-b9d7-6941e606ac3d" providerId="ADAL" clId="{EA9D1328-8ABE-44CE-97C6-92C9802856E0}" dt="2019-11-12T12:11:24.812" v="7621" actId="478"/>
          <ac:picMkLst>
            <pc:docMk/>
            <pc:sldMk cId="149963638" sldId="298"/>
            <ac:picMk id="3" creationId="{BBBA104F-E388-4600-9FB8-23107947141B}"/>
          </ac:picMkLst>
        </pc:picChg>
        <pc:picChg chg="add mod">
          <ac:chgData name="Wang, Xiaoyang" userId="65a5cfd3-63eb-447d-b9d7-6941e606ac3d" providerId="ADAL" clId="{EA9D1328-8ABE-44CE-97C6-92C9802856E0}" dt="2019-11-12T12:13:52.421" v="7726" actId="1035"/>
          <ac:picMkLst>
            <pc:docMk/>
            <pc:sldMk cId="149963638" sldId="298"/>
            <ac:picMk id="4" creationId="{99BC3A40-1446-4253-9F12-0D78A920C649}"/>
          </ac:picMkLst>
        </pc:picChg>
        <pc:picChg chg="add mod">
          <ac:chgData name="Wang, Xiaoyang" userId="65a5cfd3-63eb-447d-b9d7-6941e606ac3d" providerId="ADAL" clId="{EA9D1328-8ABE-44CE-97C6-92C9802856E0}" dt="2019-11-12T12:13:47.689" v="7719" actId="1036"/>
          <ac:picMkLst>
            <pc:docMk/>
            <pc:sldMk cId="149963638" sldId="298"/>
            <ac:picMk id="5" creationId="{0FE01B9E-2536-48A6-9D05-F4403B8E3752}"/>
          </ac:picMkLst>
        </pc:picChg>
        <pc:picChg chg="add mod">
          <ac:chgData name="Wang, Xiaoyang" userId="65a5cfd3-63eb-447d-b9d7-6941e606ac3d" providerId="ADAL" clId="{EA9D1328-8ABE-44CE-97C6-92C9802856E0}" dt="2019-11-12T12:14:12.655" v="7766" actId="1036"/>
          <ac:picMkLst>
            <pc:docMk/>
            <pc:sldMk cId="149963638" sldId="298"/>
            <ac:picMk id="6" creationId="{0F58111B-F4EF-45F0-ADAF-C9559873A52C}"/>
          </ac:picMkLst>
        </pc:picChg>
        <pc:picChg chg="add mod">
          <ac:chgData name="Wang, Xiaoyang" userId="65a5cfd3-63eb-447d-b9d7-6941e606ac3d" providerId="ADAL" clId="{EA9D1328-8ABE-44CE-97C6-92C9802856E0}" dt="2019-11-12T12:15:17.274" v="7845" actId="1036"/>
          <ac:picMkLst>
            <pc:docMk/>
            <pc:sldMk cId="149963638" sldId="298"/>
            <ac:picMk id="7" creationId="{2A45907C-840A-4C70-A8F4-B302CDAD668F}"/>
          </ac:picMkLst>
        </pc:picChg>
      </pc:sldChg>
      <pc:sldChg chg="modSp add del">
        <pc:chgData name="Wang, Xiaoyang" userId="65a5cfd3-63eb-447d-b9d7-6941e606ac3d" providerId="ADAL" clId="{EA9D1328-8ABE-44CE-97C6-92C9802856E0}" dt="2019-11-12T10:52:51.930" v="5925" actId="2696"/>
        <pc:sldMkLst>
          <pc:docMk/>
          <pc:sldMk cId="986780880" sldId="298"/>
        </pc:sldMkLst>
        <pc:spChg chg="mod">
          <ac:chgData name="Wang, Xiaoyang" userId="65a5cfd3-63eb-447d-b9d7-6941e606ac3d" providerId="ADAL" clId="{EA9D1328-8ABE-44CE-97C6-92C9802856E0}" dt="2019-11-12T10:52:47.410" v="5924" actId="20577"/>
          <ac:spMkLst>
            <pc:docMk/>
            <pc:sldMk cId="986780880" sldId="298"/>
            <ac:spMk id="13" creationId="{00000000-0000-0000-0000-000000000000}"/>
          </ac:spMkLst>
        </pc:spChg>
      </pc:sldChg>
      <pc:sldChg chg="addSp delSp modSp add">
        <pc:chgData name="Wang, Xiaoyang" userId="65a5cfd3-63eb-447d-b9d7-6941e606ac3d" providerId="ADAL" clId="{EA9D1328-8ABE-44CE-97C6-92C9802856E0}" dt="2019-11-12T18:41:54.091" v="8220" actId="20577"/>
        <pc:sldMkLst>
          <pc:docMk/>
          <pc:sldMk cId="2973405202" sldId="299"/>
        </pc:sldMkLst>
        <pc:spChg chg="del">
          <ac:chgData name="Wang, Xiaoyang" userId="65a5cfd3-63eb-447d-b9d7-6941e606ac3d" providerId="ADAL" clId="{EA9D1328-8ABE-44CE-97C6-92C9802856E0}" dt="2019-11-12T12:16:35.111" v="7909" actId="478"/>
          <ac:spMkLst>
            <pc:docMk/>
            <pc:sldMk cId="2973405202" sldId="299"/>
            <ac:spMk id="10" creationId="{27C8610A-F7C4-45CC-9062-8041CCF2AA3D}"/>
          </ac:spMkLst>
        </pc:spChg>
        <pc:spChg chg="mod">
          <ac:chgData name="Wang, Xiaoyang" userId="65a5cfd3-63eb-447d-b9d7-6941e606ac3d" providerId="ADAL" clId="{EA9D1328-8ABE-44CE-97C6-92C9802856E0}" dt="2019-11-12T12:16:30.721" v="7908" actId="20577"/>
          <ac:spMkLst>
            <pc:docMk/>
            <pc:sldMk cId="2973405202" sldId="299"/>
            <ac:spMk id="13" creationId="{00000000-0000-0000-0000-000000000000}"/>
          </ac:spMkLst>
        </pc:spChg>
        <pc:spChg chg="mod">
          <ac:chgData name="Wang, Xiaoyang" userId="65a5cfd3-63eb-447d-b9d7-6941e606ac3d" providerId="ADAL" clId="{EA9D1328-8ABE-44CE-97C6-92C9802856E0}" dt="2019-11-12T18:41:54.091" v="8220" actId="20577"/>
          <ac:spMkLst>
            <pc:docMk/>
            <pc:sldMk cId="2973405202" sldId="299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8:27:01.803" v="8011" actId="1076"/>
          <ac:picMkLst>
            <pc:docMk/>
            <pc:sldMk cId="2973405202" sldId="299"/>
            <ac:picMk id="2" creationId="{FFDD47E0-3B3D-46E9-A9C0-B5C427E64BA1}"/>
          </ac:picMkLst>
        </pc:picChg>
        <pc:picChg chg="add del">
          <ac:chgData name="Wang, Xiaoyang" userId="65a5cfd3-63eb-447d-b9d7-6941e606ac3d" providerId="ADAL" clId="{EA9D1328-8ABE-44CE-97C6-92C9802856E0}" dt="2019-11-12T18:21:42.824" v="7963" actId="478"/>
          <ac:picMkLst>
            <pc:docMk/>
            <pc:sldMk cId="2973405202" sldId="299"/>
            <ac:picMk id="3" creationId="{98804B03-06BD-4851-84A2-9FDADD66AC64}"/>
          </ac:picMkLst>
        </pc:picChg>
        <pc:picChg chg="del">
          <ac:chgData name="Wang, Xiaoyang" userId="65a5cfd3-63eb-447d-b9d7-6941e606ac3d" providerId="ADAL" clId="{EA9D1328-8ABE-44CE-97C6-92C9802856E0}" dt="2019-11-12T12:16:37.653" v="7913" actId="478"/>
          <ac:picMkLst>
            <pc:docMk/>
            <pc:sldMk cId="2973405202" sldId="299"/>
            <ac:picMk id="4" creationId="{99BC3A40-1446-4253-9F12-0D78A920C649}"/>
          </ac:picMkLst>
        </pc:picChg>
        <pc:picChg chg="add del mod">
          <ac:chgData name="Wang, Xiaoyang" userId="65a5cfd3-63eb-447d-b9d7-6941e606ac3d" providerId="ADAL" clId="{EA9D1328-8ABE-44CE-97C6-92C9802856E0}" dt="2019-11-12T18:27:30.562" v="8021" actId="478"/>
          <ac:picMkLst>
            <pc:docMk/>
            <pc:sldMk cId="2973405202" sldId="299"/>
            <ac:picMk id="4" creationId="{C68FE3D3-8A8F-4A54-A363-4963841D82D8}"/>
          </ac:picMkLst>
        </pc:picChg>
        <pc:picChg chg="del">
          <ac:chgData name="Wang, Xiaoyang" userId="65a5cfd3-63eb-447d-b9d7-6941e606ac3d" providerId="ADAL" clId="{EA9D1328-8ABE-44CE-97C6-92C9802856E0}" dt="2019-11-12T12:16:36.552" v="7912" actId="478"/>
          <ac:picMkLst>
            <pc:docMk/>
            <pc:sldMk cId="2973405202" sldId="299"/>
            <ac:picMk id="5" creationId="{0FE01B9E-2536-48A6-9D05-F4403B8E3752}"/>
          </ac:picMkLst>
        </pc:picChg>
        <pc:picChg chg="add mod">
          <ac:chgData name="Wang, Xiaoyang" userId="65a5cfd3-63eb-447d-b9d7-6941e606ac3d" providerId="ADAL" clId="{EA9D1328-8ABE-44CE-97C6-92C9802856E0}" dt="2019-11-12T18:32:00.073" v="8172" actId="1076"/>
          <ac:picMkLst>
            <pc:docMk/>
            <pc:sldMk cId="2973405202" sldId="299"/>
            <ac:picMk id="5" creationId="{A7DB13AB-7A30-4CA0-BCE6-CABFE69051F9}"/>
          </ac:picMkLst>
        </pc:picChg>
        <pc:picChg chg="del">
          <ac:chgData name="Wang, Xiaoyang" userId="65a5cfd3-63eb-447d-b9d7-6941e606ac3d" providerId="ADAL" clId="{EA9D1328-8ABE-44CE-97C6-92C9802856E0}" dt="2019-11-12T12:16:35.761" v="7910" actId="478"/>
          <ac:picMkLst>
            <pc:docMk/>
            <pc:sldMk cId="2973405202" sldId="299"/>
            <ac:picMk id="6" creationId="{0F58111B-F4EF-45F0-ADAF-C9559873A52C}"/>
          </ac:picMkLst>
        </pc:picChg>
        <pc:picChg chg="add mod">
          <ac:chgData name="Wang, Xiaoyang" userId="65a5cfd3-63eb-447d-b9d7-6941e606ac3d" providerId="ADAL" clId="{EA9D1328-8ABE-44CE-97C6-92C9802856E0}" dt="2019-11-12T18:40:51.369" v="8201" actId="1035"/>
          <ac:picMkLst>
            <pc:docMk/>
            <pc:sldMk cId="2973405202" sldId="299"/>
            <ac:picMk id="6" creationId="{C09EC82B-C277-4A2B-96D5-C5BB4DD8B5F1}"/>
          </ac:picMkLst>
        </pc:picChg>
        <pc:picChg chg="del">
          <ac:chgData name="Wang, Xiaoyang" userId="65a5cfd3-63eb-447d-b9d7-6941e606ac3d" providerId="ADAL" clId="{EA9D1328-8ABE-44CE-97C6-92C9802856E0}" dt="2019-11-12T12:16:36.141" v="7911" actId="478"/>
          <ac:picMkLst>
            <pc:docMk/>
            <pc:sldMk cId="2973405202" sldId="299"/>
            <ac:picMk id="7" creationId="{2A45907C-840A-4C70-A8F4-B302CDAD668F}"/>
          </ac:picMkLst>
        </pc:picChg>
      </pc:sldChg>
      <pc:sldChg chg="addSp delSp modSp add">
        <pc:chgData name="Wang, Xiaoyang" userId="65a5cfd3-63eb-447d-b9d7-6941e606ac3d" providerId="ADAL" clId="{EA9D1328-8ABE-44CE-97C6-92C9802856E0}" dt="2019-11-12T19:09:03.379" v="8981" actId="1037"/>
        <pc:sldMkLst>
          <pc:docMk/>
          <pc:sldMk cId="3058095422" sldId="300"/>
        </pc:sldMkLst>
        <pc:spChg chg="mod">
          <ac:chgData name="Wang, Xiaoyang" userId="65a5cfd3-63eb-447d-b9d7-6941e606ac3d" providerId="ADAL" clId="{EA9D1328-8ABE-44CE-97C6-92C9802856E0}" dt="2019-11-12T19:07:00.101" v="8955" actId="20577"/>
          <ac:spMkLst>
            <pc:docMk/>
            <pc:sldMk cId="3058095422" sldId="300"/>
            <ac:spMk id="6" creationId="{11BD838F-BB9E-4C79-BC0B-20B69A049F1B}"/>
          </ac:spMkLst>
        </pc:spChg>
        <pc:spChg chg="mod">
          <ac:chgData name="Wang, Xiaoyang" userId="65a5cfd3-63eb-447d-b9d7-6941e606ac3d" providerId="ADAL" clId="{EA9D1328-8ABE-44CE-97C6-92C9802856E0}" dt="2019-11-12T19:08:59.742" v="8980" actId="20577"/>
          <ac:spMkLst>
            <pc:docMk/>
            <pc:sldMk cId="3058095422" sldId="300"/>
            <ac:spMk id="14" creationId="{00000000-0000-0000-0000-000000000000}"/>
          </ac:spMkLst>
        </pc:spChg>
        <pc:picChg chg="add mod">
          <ac:chgData name="Wang, Xiaoyang" userId="65a5cfd3-63eb-447d-b9d7-6941e606ac3d" providerId="ADAL" clId="{EA9D1328-8ABE-44CE-97C6-92C9802856E0}" dt="2019-11-12T19:07:04.740" v="8965" actId="1037"/>
          <ac:picMkLst>
            <pc:docMk/>
            <pc:sldMk cId="3058095422" sldId="300"/>
            <ac:picMk id="2" creationId="{32F0FA38-AE7F-4173-9746-1EA9F4B316ED}"/>
          </ac:picMkLst>
        </pc:picChg>
        <pc:picChg chg="del">
          <ac:chgData name="Wang, Xiaoyang" userId="65a5cfd3-63eb-447d-b9d7-6941e606ac3d" providerId="ADAL" clId="{EA9D1328-8ABE-44CE-97C6-92C9802856E0}" dt="2019-11-12T19:04:23.908" v="8910" actId="478"/>
          <ac:picMkLst>
            <pc:docMk/>
            <pc:sldMk cId="3058095422" sldId="300"/>
            <ac:picMk id="3" creationId="{98F16C42-10CA-414E-AD80-DCCD214F7AD6}"/>
          </ac:picMkLst>
        </pc:picChg>
        <pc:picChg chg="del">
          <ac:chgData name="Wang, Xiaoyang" userId="65a5cfd3-63eb-447d-b9d7-6941e606ac3d" providerId="ADAL" clId="{EA9D1328-8ABE-44CE-97C6-92C9802856E0}" dt="2019-11-12T19:04:24.401" v="8911" actId="478"/>
          <ac:picMkLst>
            <pc:docMk/>
            <pc:sldMk cId="3058095422" sldId="300"/>
            <ac:picMk id="4" creationId="{5666A2E3-0C9D-4312-A8D6-BA1F425853A6}"/>
          </ac:picMkLst>
        </pc:picChg>
        <pc:picChg chg="mod">
          <ac:chgData name="Wang, Xiaoyang" userId="65a5cfd3-63eb-447d-b9d7-6941e606ac3d" providerId="ADAL" clId="{EA9D1328-8ABE-44CE-97C6-92C9802856E0}" dt="2019-11-12T19:05:33.914" v="8923" actId="1076"/>
          <ac:picMkLst>
            <pc:docMk/>
            <pc:sldMk cId="3058095422" sldId="300"/>
            <ac:picMk id="5" creationId="{E067433E-5C76-4733-B0D2-8CD08EB3ADC5}"/>
          </ac:picMkLst>
        </pc:picChg>
        <pc:picChg chg="add mod">
          <ac:chgData name="Wang, Xiaoyang" userId="65a5cfd3-63eb-447d-b9d7-6941e606ac3d" providerId="ADAL" clId="{EA9D1328-8ABE-44CE-97C6-92C9802856E0}" dt="2019-11-12T19:06:39.860" v="8952" actId="1037"/>
          <ac:picMkLst>
            <pc:docMk/>
            <pc:sldMk cId="3058095422" sldId="300"/>
            <ac:picMk id="7" creationId="{3A41F509-B9BB-478A-BA24-552B38FF15B4}"/>
          </ac:picMkLst>
        </pc:picChg>
        <pc:picChg chg="add mod">
          <ac:chgData name="Wang, Xiaoyang" userId="65a5cfd3-63eb-447d-b9d7-6941e606ac3d" providerId="ADAL" clId="{EA9D1328-8ABE-44CE-97C6-92C9802856E0}" dt="2019-11-12T19:09:03.379" v="8981" actId="1037"/>
          <ac:picMkLst>
            <pc:docMk/>
            <pc:sldMk cId="3058095422" sldId="300"/>
            <ac:picMk id="8" creationId="{5283B534-B29C-49FF-AF75-CB34D36C80E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11/12/2019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11/12/2019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latin typeface="Arial" pitchFamily="34" charset="0"/>
                <a:cs typeface="Arial" pitchFamily="34" charset="0"/>
              </a:rPr>
              <a:t>NOTE:</a:t>
            </a:r>
          </a:p>
          <a:p>
            <a:r>
              <a:rPr lang="en-US" i="1" dirty="0">
                <a:latin typeface="Arial" pitchFamily="34" charset="0"/>
                <a:cs typeface="Arial" pitchFamily="34" charset="0"/>
              </a:rPr>
              <a:t>To change the  image on this slide, select the picture and delete it. Then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15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in this paper is that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17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doesn’t mention deletion.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37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algorithm is differentially private if an observer seeing its output cannot tell if an individual's information was used in the computation. (?)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An extreme case: Assume you are the only person in the world has a rare disease A. I send a query to a hospital’s database to ask whether they have any patient with disease A, if they have, I know it’s you. Your information is leaked in this case.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If your data is changed, the output of the query is changed too.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en-US" dirty="0"/>
              <a:t>S is all possible subset of the image of a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7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 algorithm is differentially private if an observer seeing its output cannot tell if an individual's information was used in the computation. (?)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An extreme case: Assume you are the only person in the world has a rare disease A. I send a query to a hospital’s database to ask whether they have any patient with disease A, if they have, I know it’s you. Your information is leaked in this case.</a:t>
            </a:r>
          </a:p>
          <a:p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If your data is changed, the output of the query is changed too.</a:t>
            </a:r>
          </a:p>
          <a:p>
            <a:endParaRPr lang="en-U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Delta is simply a relaxation.</a:t>
            </a:r>
          </a:p>
          <a:p>
            <a:endParaRPr lang="en-US" dirty="0"/>
          </a:p>
          <a:p>
            <a:r>
              <a:rPr lang="en-US" dirty="0"/>
              <a:t>Local sensitivity, Graph G is a given graph. In global sensitivity, G is not defined. A paper showed the magnitude of noise will leak user information. </a:t>
            </a:r>
          </a:p>
          <a:p>
            <a:endParaRPr lang="en-US" dirty="0"/>
          </a:p>
          <a:p>
            <a:r>
              <a:rPr lang="en-US" dirty="0"/>
              <a:t>-&gt;Smooth bound.</a:t>
            </a:r>
          </a:p>
          <a:p>
            <a:endParaRPr lang="en-US" dirty="0"/>
          </a:p>
          <a:p>
            <a:r>
              <a:rPr lang="en-US" dirty="0"/>
              <a:t>If you add noise based on the above methods, your addictive error will increase with sensitivity.</a:t>
            </a:r>
          </a:p>
          <a:p>
            <a:r>
              <a:rPr lang="en-US" dirty="0"/>
              <a:t>So how can we get rid of this problem?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4566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9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α-decay means the tail of the degree distribution can’t be too long</a:t>
            </a:r>
          </a:p>
          <a:p>
            <a:endParaRPr lang="en-US" dirty="0"/>
          </a:p>
          <a:p>
            <a:r>
              <a:rPr lang="en-US" dirty="0"/>
              <a:t>N is number of nodes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42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3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1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11/12/2019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" name="Picture Placeholder 10" descr="An empty placeholder to add an image. Click on the placeholder and select the image that you wish to add.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11/12/2019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11/12/2019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/>
          <a:lstStyle/>
          <a:p>
            <a:r>
              <a:rPr lang="en-US" dirty="0"/>
              <a:t>Differential Privacy on graphs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Xiaoyang</a:t>
            </a:r>
            <a:r>
              <a:rPr lang="en-US" dirty="0"/>
              <a:t> Wang</a:t>
            </a:r>
          </a:p>
        </p:txBody>
      </p:sp>
      <p:pic>
        <p:nvPicPr>
          <p:cNvPr id="4" name="Picture Placeholder 3" descr="Open book on table, blurred shelves of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dirty="0"/>
              <a:t>Graph Analysis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datasets can be represented as graphs.[1]</a:t>
            </a:r>
          </a:p>
          <a:p>
            <a:pPr lvl="1"/>
            <a:r>
              <a:rPr lang="en-US" dirty="0"/>
              <a:t>“Friendships” in online social network</a:t>
            </a:r>
          </a:p>
          <a:p>
            <a:pPr lvl="1"/>
            <a:r>
              <a:rPr lang="en-US" dirty="0"/>
              <a:t>Financial transactions</a:t>
            </a:r>
          </a:p>
          <a:p>
            <a:pPr lvl="1"/>
            <a:r>
              <a:rPr lang="it-IT" dirty="0"/>
              <a:t>Email communication</a:t>
            </a:r>
          </a:p>
          <a:p>
            <a:pPr lvl="1"/>
            <a:r>
              <a:rPr lang="it-IT" dirty="0"/>
              <a:t>Romantic relationships</a:t>
            </a:r>
          </a:p>
          <a:p>
            <a:pPr lvl="1"/>
            <a:endParaRPr lang="en-US" dirty="0"/>
          </a:p>
          <a:p>
            <a:r>
              <a:rPr lang="en-US" dirty="0"/>
              <a:t>Privacy is a big issue!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9C5388-1996-4CCB-92AD-A7448D6DA30E}"/>
              </a:ext>
            </a:extLst>
          </p:cNvPr>
          <p:cNvSpPr/>
          <p:nvPr/>
        </p:nvSpPr>
        <p:spPr>
          <a:xfrm>
            <a:off x="1104900" y="6172200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800" dirty="0"/>
              <a:t>[1]https://www.iacr.org/workshops/tcc2013/slides/8-3.pdf</a:t>
            </a:r>
          </a:p>
        </p:txBody>
      </p:sp>
    </p:spTree>
    <p:extLst>
      <p:ext uri="{BB962C8B-B14F-4D97-AF65-F5344CB8AC3E}">
        <p14:creationId xmlns:p14="http://schemas.microsoft.com/office/powerpoint/2010/main" val="174250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Analyzing Graphs with Node Differential Privacy – TCC 2013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</a:t>
            </a:r>
          </a:p>
          <a:p>
            <a:pPr lvl="1"/>
            <a:r>
              <a:rPr lang="en-US" dirty="0"/>
              <a:t>Given a graph G</a:t>
            </a:r>
          </a:p>
          <a:p>
            <a:pPr lvl="1"/>
            <a:r>
              <a:rPr lang="en-US" dirty="0"/>
              <a:t>The users can send queries to a trusted curator.</a:t>
            </a:r>
          </a:p>
          <a:p>
            <a:pPr lvl="1"/>
            <a:r>
              <a:rPr lang="en-US" dirty="0"/>
              <a:t>The curator send answers back to users.</a:t>
            </a:r>
          </a:p>
          <a:p>
            <a:pPr lvl="1"/>
            <a:r>
              <a:rPr lang="en-US" dirty="0"/>
              <a:t>The users’ information should not be revealed.</a:t>
            </a:r>
          </a:p>
          <a:p>
            <a:pPr lvl="1"/>
            <a:r>
              <a:rPr lang="en-US" dirty="0"/>
              <a:t>The answer should be relatively accurate.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BC8F8B-2FA5-4EDB-9AA8-084D89256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882" y="4276725"/>
            <a:ext cx="67437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Privacy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A change to one person’s data will not significantly affect the output distribution of an analysis procedure.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Only one person in the world has disease A</a:t>
            </a:r>
          </a:p>
          <a:p>
            <a:pPr lvl="2"/>
            <a:r>
              <a:rPr lang="en-US" dirty="0"/>
              <a:t>Send a query to a hospital and ask whether they have patient with disease A</a:t>
            </a:r>
          </a:p>
          <a:p>
            <a:pPr lvl="2"/>
            <a:r>
              <a:rPr lang="en-US" dirty="0"/>
              <a:t>The answer to the query reveals the presence of the person in the hospital</a:t>
            </a:r>
          </a:p>
          <a:p>
            <a:r>
              <a:rPr lang="en-US" dirty="0"/>
              <a:t>General method: Add noise.</a:t>
            </a:r>
          </a:p>
          <a:p>
            <a:r>
              <a:rPr lang="en-US" dirty="0"/>
              <a:t>For graph data:</a:t>
            </a:r>
          </a:p>
          <a:p>
            <a:pPr lvl="1"/>
            <a:r>
              <a:rPr lang="en-US" dirty="0"/>
              <a:t>Node: Output doesn’t reveal the inclusion or removal of a node and all its adjacent edge. (Picked)</a:t>
            </a:r>
          </a:p>
          <a:p>
            <a:pPr lvl="1"/>
            <a:r>
              <a:rPr lang="en-US" dirty="0"/>
              <a:t>Edge: Output doesn’t reveal the inclusion or removal of an edge.</a:t>
            </a:r>
          </a:p>
          <a:p>
            <a:r>
              <a:rPr lang="en-US" dirty="0"/>
              <a:t>Problem: Node-private algorithm can’t provide a desirable accuracy.</a:t>
            </a:r>
          </a:p>
        </p:txBody>
      </p:sp>
    </p:spTree>
    <p:extLst>
      <p:ext uri="{BB962C8B-B14F-4D97-AF65-F5344CB8AC3E}">
        <p14:creationId xmlns:p14="http://schemas.microsoft.com/office/powerpoint/2010/main" val="2930862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Privacy on Graph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Goal: </a:t>
            </a:r>
          </a:p>
          <a:p>
            <a:pPr lvl="1"/>
            <a:r>
              <a:rPr lang="en-US" dirty="0"/>
              <a:t>Find a node-private algorithm that is robust to the insertion of a new node in the graph.</a:t>
            </a:r>
          </a:p>
          <a:p>
            <a:pPr lvl="2"/>
            <a:r>
              <a:rPr lang="en-US" dirty="0"/>
              <a:t>In other words, the output doesn’t change much after graph G is transformed to G’</a:t>
            </a:r>
          </a:p>
          <a:p>
            <a:r>
              <a:rPr lang="en-US" dirty="0"/>
              <a:t>Challenge: </a:t>
            </a:r>
          </a:p>
          <a:p>
            <a:pPr lvl="1"/>
            <a:r>
              <a:rPr lang="en-US" dirty="0"/>
              <a:t>The properties of a sparse graph can be altered dramatically by the insertion of a well-connected node.</a:t>
            </a:r>
          </a:p>
          <a:p>
            <a:pPr lvl="1"/>
            <a:r>
              <a:rPr lang="en-US" dirty="0"/>
              <a:t>E</a:t>
            </a:r>
            <a:r>
              <a:rPr lang="en-US" altLang="zh-CN" dirty="0"/>
              <a:t>xample: </a:t>
            </a:r>
          </a:p>
          <a:p>
            <a:pPr lvl="2"/>
            <a:r>
              <a:rPr lang="en-US" altLang="zh-CN" dirty="0"/>
              <a:t>Linear Queries</a:t>
            </a:r>
          </a:p>
          <a:p>
            <a:pPr lvl="3"/>
            <a:endParaRPr lang="en-US" dirty="0"/>
          </a:p>
          <a:p>
            <a:pPr lvl="3"/>
            <a:r>
              <a:rPr lang="en-US" dirty="0"/>
              <a:t>h(</a:t>
            </a:r>
            <a:r>
              <a:rPr lang="en-US" dirty="0" err="1"/>
              <a:t>i</a:t>
            </a:r>
            <a:r>
              <a:rPr lang="en-US" dirty="0"/>
              <a:t>) = </a:t>
            </a:r>
            <a:r>
              <a:rPr lang="en-US" dirty="0" err="1"/>
              <a:t>i</a:t>
            </a:r>
            <a:r>
              <a:rPr lang="en-US" dirty="0"/>
              <a:t>/2, we have </a:t>
            </a:r>
            <a:r>
              <a:rPr lang="en-US" dirty="0" err="1"/>
              <a:t>F</a:t>
            </a:r>
            <a:r>
              <a:rPr lang="en-US" baseline="-25000" dirty="0" err="1"/>
              <a:t>h</a:t>
            </a:r>
            <a:r>
              <a:rPr lang="en-US" dirty="0"/>
              <a:t> counting the number of edges in a graph.</a:t>
            </a:r>
          </a:p>
          <a:p>
            <a:pPr lvl="3"/>
            <a:r>
              <a:rPr lang="en-US" dirty="0"/>
              <a:t>In a sparse graph, the value of </a:t>
            </a:r>
            <a:r>
              <a:rPr lang="en-US" dirty="0" err="1"/>
              <a:t>F</a:t>
            </a:r>
            <a:r>
              <a:rPr lang="en-US" baseline="-25000" dirty="0" err="1"/>
              <a:t>h</a:t>
            </a:r>
            <a:r>
              <a:rPr lang="en-US" dirty="0"/>
              <a:t> will change a lot if we add or remove a node with high degree.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5F2DA3-5DB8-40C9-9052-C1DE598CD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119" y="3537857"/>
            <a:ext cx="24765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74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Privacy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Preliminaries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(epsilon)-differential privacy: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Epsilon is a positive real number</a:t>
            </a:r>
          </a:p>
          <a:p>
            <a:pPr lvl="1"/>
            <a:r>
              <a:rPr lang="en-US" dirty="0"/>
              <a:t>A is a randomized algorithm that takes a dataset as input</a:t>
            </a:r>
          </a:p>
          <a:p>
            <a:pPr lvl="1"/>
            <a:r>
              <a:rPr lang="en-US" dirty="0"/>
              <a:t>Dataset D</a:t>
            </a:r>
            <a:r>
              <a:rPr lang="en-US" baseline="-25000" dirty="0"/>
              <a:t>1</a:t>
            </a:r>
            <a:r>
              <a:rPr lang="en-US" dirty="0"/>
              <a:t> and D</a:t>
            </a:r>
            <a:r>
              <a:rPr lang="en-US" baseline="-25000" dirty="0"/>
              <a:t>2</a:t>
            </a:r>
            <a:r>
              <a:rPr lang="en-US" dirty="0"/>
              <a:t> differs on a single element</a:t>
            </a:r>
          </a:p>
          <a:p>
            <a:pPr lvl="1"/>
            <a:r>
              <a:rPr lang="en-US" dirty="0"/>
              <a:t>S is possible outputs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Only one person in the world has disease A</a:t>
            </a:r>
          </a:p>
          <a:p>
            <a:pPr lvl="1"/>
            <a:r>
              <a:rPr lang="en-US" dirty="0"/>
              <a:t>D is the dataset contains the patient with disease A</a:t>
            </a:r>
          </a:p>
          <a:p>
            <a:pPr lvl="1"/>
            <a:r>
              <a:rPr lang="en-US" dirty="0"/>
              <a:t>D’ is the modified dataset doesn’t contain the patient with disease A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Pr</a:t>
            </a:r>
            <a:r>
              <a:rPr lang="en-US" dirty="0"/>
              <a:t>(D) = 1.0, </a:t>
            </a:r>
            <a:r>
              <a:rPr lang="en-US" dirty="0" err="1"/>
              <a:t>Pr</a:t>
            </a:r>
            <a:r>
              <a:rPr lang="en-US" dirty="0"/>
              <a:t>(D’) = 0.0</a:t>
            </a:r>
          </a:p>
          <a:p>
            <a:pPr lvl="1"/>
            <a:r>
              <a:rPr lang="en-US" dirty="0"/>
              <a:t>Even infinitely large for epsilon is not enough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BF120C-BCD1-4CF2-8D12-2066F2AFFB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494" y="2011115"/>
            <a:ext cx="5741494" cy="44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771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Privacy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On Graphs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(epsilon, delta)-differential privacy:</a:t>
            </a:r>
          </a:p>
          <a:p>
            <a:r>
              <a:rPr lang="en-US" dirty="0"/>
              <a:t>Global Sensitivity:</a:t>
            </a:r>
          </a:p>
          <a:p>
            <a:r>
              <a:rPr lang="en-US" dirty="0"/>
              <a:t>Laplace Mechanism:                        (p is the dimension of output)</a:t>
            </a:r>
          </a:p>
          <a:p>
            <a:r>
              <a:rPr lang="en-US" dirty="0"/>
              <a:t>Local Sensitivity: </a:t>
            </a:r>
          </a:p>
          <a:p>
            <a:r>
              <a:rPr lang="en-US" dirty="0"/>
              <a:t>Smooth Bound:</a:t>
            </a:r>
          </a:p>
          <a:p>
            <a:pPr lvl="1"/>
            <a:endParaRPr lang="en-US" dirty="0"/>
          </a:p>
          <a:p>
            <a:r>
              <a:rPr lang="en-US" dirty="0"/>
              <a:t>Calibrating Noise to Smooth Bounds(based on Cauchy distribution):</a:t>
            </a:r>
          </a:p>
          <a:p>
            <a:pPr lvl="1"/>
            <a:r>
              <a:rPr lang="en-US" dirty="0"/>
              <a:t>Let S be a beta-smooth bound on LS</a:t>
            </a:r>
          </a:p>
          <a:p>
            <a:pPr lvl="1"/>
            <a:r>
              <a:rPr lang="en-US" dirty="0"/>
              <a:t>If                </a:t>
            </a:r>
          </a:p>
          <a:p>
            <a:pPr lvl="1"/>
            <a:r>
              <a:rPr lang="en-US" dirty="0"/>
              <a:t>We have epsilon-differentially private algorithm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11D168-1EBC-4246-90F5-318BA20BD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155" y="1680519"/>
            <a:ext cx="4296375" cy="266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62F532-ECDF-4ED4-BA43-58ED7349A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406" y="2038461"/>
            <a:ext cx="3724275" cy="5619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2E749D-EEF3-4E77-B4B0-B049588675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7008" y="2648097"/>
            <a:ext cx="2752725" cy="3143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F7CF4D-B33A-417F-BF63-279581320B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406" y="3173866"/>
            <a:ext cx="3152775" cy="3619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050928-C307-42E3-AEB8-70FC1169A9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2516" y="3629479"/>
            <a:ext cx="5505450" cy="666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A61953-1D17-46C6-8F59-42FCF94255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0504" y="5351009"/>
            <a:ext cx="3638550" cy="3143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1C659D-DF5B-42B7-B20C-78F4EA08D2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902" y="5093946"/>
            <a:ext cx="13335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68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181232"/>
            <a:ext cx="9980682" cy="1096962"/>
          </a:xfrm>
        </p:spPr>
        <p:txBody>
          <a:bodyPr/>
          <a:lstStyle/>
          <a:p>
            <a:r>
              <a:rPr lang="en-US" dirty="0"/>
              <a:t>Solutions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idea: “Project” the graph onto a set of bounded-degree graphs.</a:t>
            </a:r>
          </a:p>
          <a:p>
            <a:pPr lvl="1"/>
            <a:r>
              <a:rPr lang="en-US" dirty="0"/>
              <a:t>On bounded-degree graph, node-private algorithm doesn’t suffer from the insertion of a well-connected node problem. In other words, the node-private algorithm is less sensitive.</a:t>
            </a:r>
          </a:p>
          <a:p>
            <a:pPr lvl="1"/>
            <a:r>
              <a:rPr lang="en-US" dirty="0"/>
              <a:t>With a carefully chosen degree threshold, the graph transformation loses relatively little information.</a:t>
            </a:r>
          </a:p>
          <a:p>
            <a:r>
              <a:rPr lang="en-US" dirty="0"/>
              <a:t>Difficulty: The projection itself may be very sensitive.</a:t>
            </a:r>
          </a:p>
          <a:p>
            <a:r>
              <a:rPr lang="en-US" dirty="0"/>
              <a:t>Overcome the difficulty with two techniques:</a:t>
            </a:r>
          </a:p>
          <a:p>
            <a:pPr lvl="1"/>
            <a:r>
              <a:rPr lang="en-US" dirty="0"/>
              <a:t>For a certain class of statistics, designed tailored projection operators using Lipschitz extensions</a:t>
            </a:r>
          </a:p>
          <a:p>
            <a:pPr lvl="1"/>
            <a:r>
              <a:rPr lang="en-US" dirty="0"/>
              <a:t>Analyze the “native” projection that simply discards high-degree nodes with efficient algorithms bounding the “local sensitivity” of this projection.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2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43078-F41D-4C7C-B90C-76B0DB64A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Lipschitz Extension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9344-3A13-4BC1-B588-B923AEE6D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Definition:</a:t>
            </a:r>
          </a:p>
          <a:p>
            <a:pPr lvl="1"/>
            <a:r>
              <a:rPr lang="en-US" dirty="0"/>
              <a:t>f is the original function</a:t>
            </a:r>
          </a:p>
          <a:p>
            <a:pPr lvl="1"/>
            <a:r>
              <a:rPr lang="en-US" dirty="0"/>
              <a:t>f’ is a Lipschitz extension of f</a:t>
            </a:r>
          </a:p>
          <a:p>
            <a:pPr lvl="1"/>
            <a:r>
              <a:rPr lang="en-US" dirty="0"/>
              <a:t>    is family of all graphs</a:t>
            </a:r>
          </a:p>
          <a:p>
            <a:pPr lvl="1"/>
            <a:r>
              <a:rPr lang="en-US" dirty="0"/>
              <a:t>    is family of graphs of degree &lt;= d</a:t>
            </a:r>
          </a:p>
          <a:p>
            <a:pPr lvl="1"/>
            <a:r>
              <a:rPr lang="en-US" dirty="0"/>
              <a:t>    is sensitivity of f’</a:t>
            </a:r>
          </a:p>
          <a:p>
            <a:pPr lvl="1"/>
            <a:r>
              <a:rPr lang="en-US" dirty="0"/>
              <a:t>    is sensitivity of f in </a:t>
            </a:r>
          </a:p>
          <a:p>
            <a:r>
              <a:rPr lang="en-US" dirty="0"/>
              <a:t>For each function f, we can manually design a Lipschitz extension of it.</a:t>
            </a:r>
          </a:p>
          <a:p>
            <a:r>
              <a:rPr lang="en-US" dirty="0"/>
              <a:t>The Lipschitz extension function has a lower sensitivity</a:t>
            </a:r>
          </a:p>
          <a:p>
            <a:r>
              <a:rPr lang="en-US" dirty="0"/>
              <a:t>Then use it to approximate the original function in the projected space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3C6A89-981E-4BDF-AD9A-AF328DF11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4132" y="1600200"/>
            <a:ext cx="3981450" cy="13906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05D126-AB38-48C9-974A-5E364392B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746" y="2603216"/>
            <a:ext cx="198292" cy="2313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BD0BF5-0419-40FE-8D37-845246878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362" y="2893744"/>
            <a:ext cx="262603" cy="231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C82C4-B9AC-40BA-8BB9-B03CFEDDE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590" y="3191397"/>
            <a:ext cx="333375" cy="238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891E8D-952D-436C-A292-70E4DDF02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8590" y="3493530"/>
            <a:ext cx="342900" cy="2476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A4F20C-B17D-4B5D-B1F3-5C9B28C32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023" y="2871738"/>
            <a:ext cx="262603" cy="2313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9FDEC-D51F-411E-A651-56B1E145A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992" y="2573477"/>
            <a:ext cx="198292" cy="23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8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dirty="0"/>
              <a:t>Flow-based Lipschitz Extension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0682" cy="4572000"/>
          </a:xfrm>
        </p:spPr>
        <p:txBody>
          <a:bodyPr/>
          <a:lstStyle/>
          <a:p>
            <a:r>
              <a:rPr lang="en-US" dirty="0"/>
              <a:t>The flow graph of G with parameter D, a source s and a sink t is a directed graph.</a:t>
            </a:r>
          </a:p>
          <a:p>
            <a:r>
              <a:rPr lang="en-US" dirty="0"/>
              <a:t>The flow graph has capacitated edges:</a:t>
            </a:r>
          </a:p>
          <a:p>
            <a:pPr lvl="1"/>
            <a:r>
              <a:rPr lang="en-US" dirty="0"/>
              <a:t>Edges of capacity D from the source s to all nodes in </a:t>
            </a:r>
            <a:r>
              <a:rPr lang="en-US" dirty="0" err="1"/>
              <a:t>V</a:t>
            </a:r>
            <a:r>
              <a:rPr lang="en-US" baseline="-25000" dirty="0" err="1"/>
              <a:t>l</a:t>
            </a:r>
            <a:endParaRPr lang="en-US" baseline="-25000" dirty="0"/>
          </a:p>
          <a:p>
            <a:pPr lvl="1"/>
            <a:r>
              <a:rPr lang="en-US" dirty="0"/>
              <a:t>Edges of capacity D from all nodes in </a:t>
            </a:r>
            <a:r>
              <a:rPr lang="en-US" dirty="0" err="1"/>
              <a:t>Vr</a:t>
            </a:r>
            <a:r>
              <a:rPr lang="en-US" dirty="0"/>
              <a:t> to the sink t</a:t>
            </a:r>
          </a:p>
          <a:p>
            <a:pPr lvl="1"/>
            <a:r>
              <a:rPr lang="en-US" dirty="0"/>
              <a:t>Unit-capacity edges (u</a:t>
            </a:r>
            <a:r>
              <a:rPr lang="en-US" baseline="-25000" dirty="0"/>
              <a:t>l</a:t>
            </a:r>
            <a:r>
              <a:rPr lang="en-US" dirty="0"/>
              <a:t>, </a:t>
            </a:r>
            <a:r>
              <a:rPr lang="en-US" dirty="0" err="1"/>
              <a:t>v</a:t>
            </a:r>
            <a:r>
              <a:rPr lang="en-US" baseline="-25000" dirty="0" err="1"/>
              <a:t>r</a:t>
            </a:r>
            <a:r>
              <a:rPr lang="en-US" dirty="0"/>
              <a:t>) for all edges {u, v} of G</a:t>
            </a:r>
            <a:endParaRPr lang="en-US" baseline="-25000" dirty="0"/>
          </a:p>
          <a:p>
            <a:r>
              <a:rPr lang="en-US" dirty="0"/>
              <a:t>Two properties of this projection:</a:t>
            </a:r>
          </a:p>
          <a:p>
            <a:pPr lvl="1"/>
            <a:r>
              <a:rPr lang="en-US" dirty="0"/>
              <a:t>The global node sensitivity </a:t>
            </a:r>
          </a:p>
          <a:p>
            <a:pPr lvl="1"/>
            <a:r>
              <a:rPr lang="en-US" dirty="0"/>
              <a:t>For all graphs G, the value </a:t>
            </a:r>
            <a:r>
              <a:rPr lang="en-US" dirty="0" err="1"/>
              <a:t>v</a:t>
            </a:r>
            <a:r>
              <a:rPr lang="en-US" baseline="-25000" dirty="0" err="1"/>
              <a:t>fl</a:t>
            </a:r>
            <a:r>
              <a:rPr lang="en-US" dirty="0"/>
              <a:t>(G) &lt;= 2f</a:t>
            </a:r>
            <a:r>
              <a:rPr lang="en-US" baseline="-25000" dirty="0"/>
              <a:t>e</a:t>
            </a:r>
            <a:r>
              <a:rPr lang="en-US" dirty="0"/>
              <a:t>(G), </a:t>
            </a:r>
            <a:r>
              <a:rPr lang="en-US" dirty="0" err="1"/>
              <a:t>v</a:t>
            </a:r>
            <a:r>
              <a:rPr lang="en-US" baseline="-25000" dirty="0" err="1"/>
              <a:t>fl</a:t>
            </a:r>
            <a:r>
              <a:rPr lang="en-US" dirty="0"/>
              <a:t>(G) denotes the value of the maximum flow in the flow graph of G, </a:t>
            </a:r>
            <a:r>
              <a:rPr lang="en-US" dirty="0" err="1"/>
              <a:t>f</a:t>
            </a:r>
            <a:r>
              <a:rPr lang="en-US" baseline="-25000" dirty="0" err="1"/>
              <a:t>e</a:t>
            </a:r>
            <a:r>
              <a:rPr lang="en-US" dirty="0"/>
              <a:t>(G) be the number of edges in G. Moreover, if G is D-bounded then </a:t>
            </a:r>
            <a:r>
              <a:rPr lang="en-US" dirty="0" err="1"/>
              <a:t>v</a:t>
            </a:r>
            <a:r>
              <a:rPr lang="en-US" baseline="-25000" dirty="0" err="1"/>
              <a:t>fl</a:t>
            </a:r>
            <a:r>
              <a:rPr lang="en-US" dirty="0"/>
              <a:t>(G) = 2f</a:t>
            </a:r>
            <a:r>
              <a:rPr lang="en-US" baseline="-25000" dirty="0"/>
              <a:t>e</a:t>
            </a:r>
            <a:r>
              <a:rPr lang="en-US" dirty="0"/>
              <a:t>(G).</a:t>
            </a:r>
          </a:p>
          <a:p>
            <a:pPr lvl="1"/>
            <a:r>
              <a:rPr lang="en-US" dirty="0"/>
              <a:t>The original function f is </a:t>
            </a:r>
            <a:r>
              <a:rPr lang="en-US" dirty="0" err="1"/>
              <a:t>f</a:t>
            </a:r>
            <a:r>
              <a:rPr lang="en-US" baseline="-25000" dirty="0" err="1"/>
              <a:t>e</a:t>
            </a:r>
            <a:r>
              <a:rPr lang="en-US" dirty="0"/>
              <a:t>(G), which is counting the edge.</a:t>
            </a:r>
          </a:p>
          <a:p>
            <a:pPr lvl="2"/>
            <a:r>
              <a:rPr lang="en-US" dirty="0"/>
              <a:t>The sensitivity of it is D in </a:t>
            </a:r>
          </a:p>
          <a:p>
            <a:pPr lvl="1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0E6165-E027-4311-86E2-3B52F7111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161" y="3813048"/>
            <a:ext cx="1000125" cy="3143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482E01-BBF9-473F-BD95-20A672BFE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148" y="3813048"/>
            <a:ext cx="895350" cy="2857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96B0EC-EC33-4DDF-8B9A-15B3E9FF6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6307" y="4905375"/>
            <a:ext cx="1819275" cy="352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444841-B81D-4BEB-9653-8B28C62211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4545" y="5002075"/>
            <a:ext cx="262603" cy="23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en-US" dirty="0"/>
              <a:t>Flow-based Lipschitz Extension</a:t>
            </a:r>
            <a:br>
              <a:rPr lang="en-US" dirty="0"/>
            </a:br>
            <a:r>
              <a:rPr lang="en-US" dirty="0"/>
              <a:t>– Algorithm for Releasing the Number of Edges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5056632"/>
          </a:xfrm>
        </p:spPr>
        <p:txBody>
          <a:bodyPr>
            <a:normAutofit/>
          </a:bodyPr>
          <a:lstStyle/>
          <a:p>
            <a:r>
              <a:rPr lang="en-US" dirty="0"/>
              <a:t>Algorithm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Lemma:</a:t>
            </a:r>
          </a:p>
          <a:p>
            <a:pPr lvl="1"/>
            <a:r>
              <a:rPr lang="en-US" dirty="0"/>
              <a:t>If                     , with probability at least 1 − 1/ln(n), </a:t>
            </a:r>
          </a:p>
          <a:p>
            <a:pPr marL="457200" lvl="1" indent="0">
              <a:buNone/>
            </a:pPr>
            <a:r>
              <a:rPr lang="en-US" dirty="0"/>
              <a:t>  the output error is bounded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                    and G satisfies α-decay for α &gt; 1, D &gt; ¯d,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3*Tau in algorithm 1 seem an average of             and           , but the paper didn’t elaborate more on this point.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505F53-0960-492F-9D32-28D3794AD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921" y="2076450"/>
            <a:ext cx="5848350" cy="1809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02E2D9-6E9C-48B6-8718-B960BBCE3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4453510"/>
            <a:ext cx="1981200" cy="285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9D1C64-5240-4876-ACC2-BBEFFF5A8F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7121" y="4757166"/>
            <a:ext cx="2724150" cy="342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CC649D-A722-4C5F-B0D4-E9ADAE75D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1575" y="5936237"/>
            <a:ext cx="942975" cy="285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E15B4A-AE40-4E72-8E7E-48B6E01048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467" y="5936237"/>
            <a:ext cx="1057275" cy="314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52BB4A-68A4-454F-89F3-B528D591B3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6889" y="5163252"/>
            <a:ext cx="3857625" cy="676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313258-6DFF-422E-BAAC-B20DC370E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4248" y="5315653"/>
            <a:ext cx="1876425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85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Programming-based Lipschitz Extension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LP-based projection is used to release the number of a specified small template graph H in the input graph G. (sub-graph counts)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Manually crafted another Lipschitz extension for subgraph matching in a similar way.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24560A-4514-4EC4-BDC4-86AE290B3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588" y="2381250"/>
            <a:ext cx="63722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80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Reduction Method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10136348" cy="4572000"/>
          </a:xfrm>
        </p:spPr>
        <p:txBody>
          <a:bodyPr/>
          <a:lstStyle/>
          <a:p>
            <a:r>
              <a:rPr lang="en-US" dirty="0"/>
              <a:t>What if we simply discard the nodes with large degrees via truncation?</a:t>
            </a:r>
          </a:p>
          <a:p>
            <a:pPr lvl="1"/>
            <a:r>
              <a:rPr lang="en-US" dirty="0"/>
              <a:t>The local sensitive can be computed via multiplying the sensitivity of query function and truncation function</a:t>
            </a:r>
          </a:p>
          <a:p>
            <a:pPr lvl="1"/>
            <a:r>
              <a:rPr lang="en-US" dirty="0"/>
              <a:t>Naïve truncation has high local sensitivity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                           (smooth upper bound on the local sensitivity)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 is the number of nodes in degree range             , beta is the range</a:t>
            </a:r>
          </a:p>
          <a:p>
            <a:pPr lvl="1"/>
            <a:r>
              <a:rPr lang="en-US" dirty="0"/>
              <a:t>The bound depends on the number of nodes immediately around the cutoff D, may lead to large sensitivity</a:t>
            </a:r>
          </a:p>
          <a:p>
            <a:pPr lvl="1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F16C42-10CA-414E-AD80-DCCD214F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46" y="2817434"/>
            <a:ext cx="2705100" cy="6191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66A2E3-0C9D-4312-A8D6-BA1F42585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320" y="3660789"/>
            <a:ext cx="1238250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02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Reduction Method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10136348" cy="4572000"/>
          </a:xfrm>
        </p:spPr>
        <p:txBody>
          <a:bodyPr/>
          <a:lstStyle/>
          <a:p>
            <a:r>
              <a:rPr lang="en-US" dirty="0"/>
              <a:t>Improvement:</a:t>
            </a:r>
          </a:p>
          <a:p>
            <a:pPr lvl="1"/>
            <a:r>
              <a:rPr lang="en-US" dirty="0"/>
              <a:t>Randomizing the cutoff- picks a random threshold in a range of bounded by a constant multiple of D</a:t>
            </a:r>
          </a:p>
          <a:p>
            <a:pPr lvl="1"/>
            <a:r>
              <a:rPr lang="en-US" dirty="0"/>
              <a:t>The smooth sensitivity of naive truncation is (likely to be) close to the average number of nodes of a random degree in the range - </a:t>
            </a:r>
          </a:p>
          <a:p>
            <a:pPr lvl="1"/>
            <a:r>
              <a:rPr lang="en-US" dirty="0"/>
              <a:t>Saving a factor of roughly D in the introduced noise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7433E-5C76-4733-B0D2-8CD08EB3A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740" y="3572879"/>
            <a:ext cx="4476750" cy="752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BD838F-BB9E-4C79-BC0B-20B69A049F1B}"/>
              </a:ext>
            </a:extLst>
          </p:cNvPr>
          <p:cNvSpPr txBox="1"/>
          <p:nvPr/>
        </p:nvSpPr>
        <p:spPr>
          <a:xfrm>
            <a:off x="5989740" y="4399120"/>
            <a:ext cx="52515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</a:t>
            </a:r>
            <a:r>
              <a:rPr lang="en-US" sz="1400" baseline="-25000" dirty="0"/>
              <a:t>G</a:t>
            </a:r>
            <a:r>
              <a:rPr lang="en-US" sz="1400" dirty="0"/>
              <a:t>(D) is the fraction of nodes in G of degree greater than D</a:t>
            </a:r>
          </a:p>
          <a:p>
            <a:endParaRPr lang="en-US" sz="1400" dirty="0"/>
          </a:p>
          <a:p>
            <a:r>
              <a:rPr lang="en-US" sz="1400" dirty="0"/>
              <a:t>    is uniformly random</a:t>
            </a:r>
          </a:p>
          <a:p>
            <a:r>
              <a:rPr lang="en-US" sz="1400" dirty="0"/>
              <a:t>in the range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F0FA38-AE7F-4173-9746-1EA9F4B31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52" y="5105427"/>
            <a:ext cx="2821060" cy="304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41F509-B9BB-478A-BA24-552B38FF15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129" y="4877334"/>
            <a:ext cx="182886" cy="2039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83B534-B29C-49FF-AF75-CB34D36C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779" y="2501550"/>
            <a:ext cx="743955" cy="24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9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two general method:</a:t>
            </a:r>
          </a:p>
          <a:p>
            <a:pPr lvl="1"/>
            <a:r>
              <a:rPr lang="en-US" dirty="0"/>
              <a:t>Lipschitz extension</a:t>
            </a:r>
          </a:p>
          <a:p>
            <a:pPr lvl="1"/>
            <a:r>
              <a:rPr lang="en-US" dirty="0"/>
              <a:t>Generic reduction</a:t>
            </a:r>
          </a:p>
          <a:p>
            <a:r>
              <a:rPr lang="en-US" dirty="0"/>
              <a:t>To use Lipschitz extension, design a Lipschitz extension function for each analytics task.</a:t>
            </a:r>
          </a:p>
          <a:p>
            <a:r>
              <a:rPr lang="en-US" dirty="0"/>
              <a:t>Generic Reduction Method doesn’t require manual effort but seemingly has a higher error</a:t>
            </a:r>
          </a:p>
        </p:txBody>
      </p:sp>
    </p:spTree>
    <p:extLst>
      <p:ext uri="{BB962C8B-B14F-4D97-AF65-F5344CB8AC3E}">
        <p14:creationId xmlns:p14="http://schemas.microsoft.com/office/powerpoint/2010/main" val="332692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Generating Synthetic Decentralized Social Graph with Local Differential Privacy – CCS 2017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title said</a:t>
            </a:r>
          </a:p>
          <a:p>
            <a:r>
              <a:rPr lang="en-US" dirty="0"/>
              <a:t>Current approach doesn’t give enough accuracy due to </a:t>
            </a:r>
          </a:p>
          <a:p>
            <a:pPr lvl="1"/>
            <a:r>
              <a:rPr lang="en-US" dirty="0"/>
              <a:t>excessive noise injection</a:t>
            </a:r>
          </a:p>
          <a:p>
            <a:pPr lvl="1"/>
            <a:r>
              <a:rPr lang="en-US" dirty="0"/>
              <a:t>inability to retain informative graph structure</a:t>
            </a:r>
          </a:p>
        </p:txBody>
      </p:sp>
    </p:spTree>
    <p:extLst>
      <p:ext uri="{BB962C8B-B14F-4D97-AF65-F5344CB8AC3E}">
        <p14:creationId xmlns:p14="http://schemas.microsoft.com/office/powerpoint/2010/main" val="181370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Straw-man Approach 1 – Randomized Neighbor List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social graph G, a set of users U = {u</a:t>
            </a:r>
            <a:r>
              <a:rPr lang="en-US" baseline="-25000" dirty="0"/>
              <a:t>1</a:t>
            </a:r>
            <a:r>
              <a:rPr lang="en-US" dirty="0"/>
              <a:t>, …, u</a:t>
            </a:r>
            <a:r>
              <a:rPr lang="en-US" baseline="-25000" dirty="0"/>
              <a:t>n</a:t>
            </a:r>
            <a:r>
              <a:rPr lang="en-US" dirty="0"/>
              <a:t>}, each user u in the set maintains a binary vector to represent local neighbor list.</a:t>
            </a:r>
          </a:p>
          <a:p>
            <a:r>
              <a:rPr lang="en-US" dirty="0"/>
              <a:t>When sending the list to the data curator, each user perturb entries in their list with a probability        .</a:t>
            </a:r>
          </a:p>
          <a:p>
            <a:r>
              <a:rPr lang="en-US" dirty="0"/>
              <a:t>Consider the Enron email graph (detailed in section 5), whose original density is 0.01%. Even with a small bit flipping probability p = 0.01, the expected density of the graph after neighbor list randomization would become 2%, an increase of 200 times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11540E-AE1E-4394-BFDC-A56C5136E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398" y="2707767"/>
            <a:ext cx="862394" cy="31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33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Straw-man Approach 2 – Degree-based Graph Generation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DCG feeds graph statistics information such as node degrees into a social graph model to generate a graph.</a:t>
            </a:r>
          </a:p>
          <a:p>
            <a:r>
              <a:rPr lang="en-US" dirty="0"/>
              <a:t>Using DGG, each user calculates his node degree, perturbs the degree under ϵ-edge differential privacy.</a:t>
            </a:r>
          </a:p>
          <a:p>
            <a:r>
              <a:rPr lang="en-US" dirty="0"/>
              <a:t>For reasonably large values of ϵ, the perturbed degree is expected to be close to its true value, since the noise injected with the Laplace mechanism has a variance of for binary input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15F37-F1AA-4B65-9FB7-93B0BD20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6032" y="3429000"/>
            <a:ext cx="419100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61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from Straw-man Approaches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RNL </a:t>
            </a:r>
          </a:p>
          <a:p>
            <a:pPr lvl="1"/>
            <a:r>
              <a:rPr lang="en-US" dirty="0"/>
              <a:t>Collects fine-grained information (i.e., neighbor lists)</a:t>
            </a:r>
          </a:p>
          <a:p>
            <a:pPr lvl="1"/>
            <a:r>
              <a:rPr lang="en-US" dirty="0"/>
              <a:t>Pays the price of heavy perturbations required to satisfy local differential privacy. </a:t>
            </a:r>
          </a:p>
          <a:p>
            <a:r>
              <a:rPr lang="en-US" dirty="0"/>
              <a:t>DGG </a:t>
            </a:r>
          </a:p>
          <a:p>
            <a:pPr lvl="1"/>
            <a:r>
              <a:rPr lang="en-US" dirty="0"/>
              <a:t>Collects exclusively node degrees, it loses all other information of the underlying graph</a:t>
            </a:r>
          </a:p>
          <a:p>
            <a:pPr lvl="1"/>
            <a:r>
              <a:rPr lang="en-US" dirty="0"/>
              <a:t>Although DGG suffers less from perturbations noise</a:t>
            </a:r>
          </a:p>
        </p:txBody>
      </p:sp>
    </p:spTree>
    <p:extLst>
      <p:ext uri="{BB962C8B-B14F-4D97-AF65-F5344CB8AC3E}">
        <p14:creationId xmlns:p14="http://schemas.microsoft.com/office/powerpoint/2010/main" val="1424780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rPr lang="en-US" dirty="0" err="1"/>
              <a:t>LDPGen</a:t>
            </a:r>
            <a:r>
              <a:rPr lang="en-US" dirty="0"/>
              <a:t> - Overview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D5D56A-49A5-4519-82D6-9C0C31234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376778"/>
            <a:ext cx="9982200" cy="2695194"/>
          </a:xfrm>
          <a:prstGeom prst="rect">
            <a:avLst/>
          </a:prstGeom>
          <a:noFill/>
        </p:spPr>
      </p:pic>
      <p:sp>
        <p:nvSpPr>
          <p:cNvPr id="5" name="Content Placeholder 13">
            <a:extLst>
              <a:ext uri="{FF2B5EF4-FFF2-40B4-BE49-F238E27FC236}">
                <a16:creationId xmlns:a16="http://schemas.microsoft.com/office/drawing/2014/main" id="{669EA50A-B21C-4DEB-99E4-4C2E96C96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4275588"/>
            <a:ext cx="9982200" cy="1896612"/>
          </a:xfrm>
        </p:spPr>
        <p:txBody>
          <a:bodyPr/>
          <a:lstStyle/>
          <a:p>
            <a:r>
              <a:rPr lang="en-US" dirty="0"/>
              <a:t>Try to achieve a balance between noise(RNL) and information loss(DGG)</a:t>
            </a:r>
          </a:p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Partition the users into groups</a:t>
            </a:r>
          </a:p>
          <a:p>
            <a:pPr lvl="1"/>
            <a:r>
              <a:rPr lang="en-US" dirty="0"/>
              <a:t>Collect their degree vector(defined as number of neighbors)</a:t>
            </a:r>
          </a:p>
          <a:p>
            <a:pPr lvl="1"/>
            <a:r>
              <a:rPr lang="en-US" dirty="0"/>
              <a:t>Use collected degree vector to generate graph</a:t>
            </a:r>
          </a:p>
        </p:txBody>
      </p:sp>
    </p:spTree>
    <p:extLst>
      <p:ext uri="{BB962C8B-B14F-4D97-AF65-F5344CB8AC3E}">
        <p14:creationId xmlns:p14="http://schemas.microsoft.com/office/powerpoint/2010/main" val="1406946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LDPGen</a:t>
            </a:r>
            <a:r>
              <a:rPr lang="en-US" dirty="0"/>
              <a:t> – Phase I: initial grouping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Steps:</a:t>
            </a:r>
          </a:p>
          <a:p>
            <a:pPr lvl="1"/>
            <a:r>
              <a:rPr lang="en-US" dirty="0"/>
              <a:t>Partition users into k equal-sized groups</a:t>
            </a:r>
          </a:p>
          <a:p>
            <a:pPr lvl="1"/>
            <a:r>
              <a:rPr lang="en-US" dirty="0"/>
              <a:t>Compute degree vectors</a:t>
            </a:r>
          </a:p>
          <a:p>
            <a:pPr lvl="1"/>
            <a:r>
              <a:rPr lang="en-US" dirty="0"/>
              <a:t>Add Laplace noise to degree vectors</a:t>
            </a:r>
          </a:p>
          <a:p>
            <a:r>
              <a:rPr lang="en-US" dirty="0"/>
              <a:t>To get a good partition, we need to decide the value of k and the partition method.</a:t>
            </a:r>
          </a:p>
          <a:p>
            <a:r>
              <a:rPr lang="en-US" dirty="0"/>
              <a:t>Proposed an optimization-based approach the achieve better performance:</a:t>
            </a:r>
          </a:p>
          <a:p>
            <a:pPr lvl="1"/>
            <a:r>
              <a:rPr lang="en-US" dirty="0"/>
              <a:t>Objective function:            where d is the distance between neighbor </a:t>
            </a:r>
            <a:r>
              <a:rPr lang="en-US" dirty="0" err="1"/>
              <a:t>vectosr</a:t>
            </a:r>
            <a:r>
              <a:rPr lang="en-US" dirty="0"/>
              <a:t>,   is the distance 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   between noisy degree vector</a:t>
            </a:r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29B709-700F-4EFF-8DEE-9CD60CE5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277" y="3832412"/>
            <a:ext cx="919912" cy="52443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BBA104F-E388-4600-9FB8-231079471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452" y="3832412"/>
            <a:ext cx="161925" cy="31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67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LDPGen</a:t>
            </a:r>
            <a:r>
              <a:rPr lang="en-US" dirty="0"/>
              <a:t> – Phase I Noise analysis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4991100" cy="4572000"/>
          </a:xfrm>
        </p:spPr>
        <p:txBody>
          <a:bodyPr/>
          <a:lstStyle/>
          <a:p>
            <a:r>
              <a:rPr lang="en-US" dirty="0"/>
              <a:t>Objective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Noise perturbation: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C3A40-1446-4253-9F12-0D78A920C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982476"/>
            <a:ext cx="2996275" cy="16059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E01B9E-2536-48A6-9D05-F4403B8E3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4120181"/>
            <a:ext cx="3745893" cy="2654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58111B-F4EF-45F0-ADAF-C9559873A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6985" y="2229905"/>
            <a:ext cx="2600325" cy="83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45907C-840A-4C70-A8F4-B302CDAD66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985" y="3976694"/>
            <a:ext cx="3248025" cy="914400"/>
          </a:xfrm>
          <a:prstGeom prst="rect">
            <a:avLst/>
          </a:prstGeom>
        </p:spPr>
      </p:pic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27C8610A-F7C4-45CC-9062-8041CCF2AA3D}"/>
              </a:ext>
            </a:extLst>
          </p:cNvPr>
          <p:cNvSpPr txBox="1">
            <a:spLocks/>
          </p:cNvSpPr>
          <p:nvPr/>
        </p:nvSpPr>
        <p:spPr>
          <a:xfrm>
            <a:off x="6835447" y="1600200"/>
            <a:ext cx="49911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Consider Laplace distribution: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Expected error: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Much smaller than RNL</a:t>
            </a:r>
          </a:p>
        </p:txBody>
      </p:sp>
    </p:spTree>
    <p:extLst>
      <p:ext uri="{BB962C8B-B14F-4D97-AF65-F5344CB8AC3E}">
        <p14:creationId xmlns:p14="http://schemas.microsoft.com/office/powerpoint/2010/main" val="14996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LDPGen</a:t>
            </a:r>
            <a:r>
              <a:rPr lang="en-US" dirty="0"/>
              <a:t> – Phase I Optimal Group Number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0682" cy="4572000"/>
          </a:xfrm>
        </p:spPr>
        <p:txBody>
          <a:bodyPr/>
          <a:lstStyle/>
          <a:p>
            <a:r>
              <a:rPr lang="en-US" dirty="0"/>
              <a:t>The number of partitions: </a:t>
            </a:r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Weighted sum of optimal k</a:t>
            </a:r>
            <a:r>
              <a:rPr lang="en-US" baseline="-25000" dirty="0"/>
              <a:t>1</a:t>
            </a:r>
            <a:r>
              <a:rPr lang="en-US" dirty="0"/>
              <a:t> for each node based on their degree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Optimal k1 for node with degree d - L1 distances between their neighbor lists</a:t>
            </a:r>
          </a:p>
          <a:p>
            <a:pPr lvl="1"/>
            <a:r>
              <a:rPr lang="en-US" dirty="0"/>
              <a:t>For nodes with the same degree η, we estimate their underlying L1 distance d heuristically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The data curator runs the standard k-mean algorithm to cluster users into k1 groups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D47E0-3B3D-46E9-A9C0-B5C427E64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515" y="2095892"/>
            <a:ext cx="2276475" cy="866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DB13AB-7A30-4CA0-BCE6-CABFE6905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515" y="3278129"/>
            <a:ext cx="3409950" cy="771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9EC82B-C277-4A2B-96D5-C5BB4DD8B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849" y="4623818"/>
            <a:ext cx="742950" cy="55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405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LDPGen</a:t>
            </a:r>
            <a:r>
              <a:rPr lang="en-US" dirty="0"/>
              <a:t> – Phase II: grouping refinement.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Performing k-mean clustering based on noisy degree vector at the beginning of Phase II.</a:t>
            </a:r>
          </a:p>
        </p:txBody>
      </p:sp>
    </p:spTree>
    <p:extLst>
      <p:ext uri="{BB962C8B-B14F-4D97-AF65-F5344CB8AC3E}">
        <p14:creationId xmlns:p14="http://schemas.microsoft.com/office/powerpoint/2010/main" val="242964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LDPGen</a:t>
            </a:r>
            <a:r>
              <a:rPr lang="en-US" dirty="0"/>
              <a:t> – Phase III: graph generation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Adapts BTER model to generate a synthetic social graph.</a:t>
            </a:r>
          </a:p>
        </p:txBody>
      </p:sp>
    </p:spTree>
    <p:extLst>
      <p:ext uri="{BB962C8B-B14F-4D97-AF65-F5344CB8AC3E}">
        <p14:creationId xmlns:p14="http://schemas.microsoft.com/office/powerpoint/2010/main" val="332117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LDPGen</a:t>
            </a:r>
            <a:r>
              <a:rPr lang="en-US" dirty="0"/>
              <a:t> – Experiment</a:t>
            </a:r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A377C82C-696E-451D-8050-74B9E1B8C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533" y="1600200"/>
            <a:ext cx="899093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37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Proposed a three-phase generalized processing pipeline to generate synthetic graph from decentralized graphs while preserving privacy.</a:t>
            </a:r>
          </a:p>
          <a:p>
            <a:r>
              <a:rPr lang="en-US" dirty="0"/>
              <a:t>The core of this algorithm is to find a good partition and an optimal group number.</a:t>
            </a:r>
          </a:p>
        </p:txBody>
      </p:sp>
    </p:spTree>
    <p:extLst>
      <p:ext uri="{BB962C8B-B14F-4D97-AF65-F5344CB8AC3E}">
        <p14:creationId xmlns:p14="http://schemas.microsoft.com/office/powerpoint/2010/main" val="370525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F03431380.potx" id="{B573BD99-E105-4D2A-964B-B901A176567A}" vid="{B1D363B9-18DE-4874-9E2B-FD69B5C6548D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4873beb7-5857-4685-be1f-d57550cc96cc" xsi:nil="true"/>
    <AssetExpire xmlns="4873beb7-5857-4685-be1f-d57550cc96cc">2029-01-01T08:00:00+00:00</AssetExpire>
    <CampaignTagsTaxHTField0 xmlns="4873beb7-5857-4685-be1f-d57550cc96cc">
      <Terms xmlns="http://schemas.microsoft.com/office/infopath/2007/PartnerControls"/>
    </CampaignTagsTaxHTField0>
    <IntlLangReviewDate xmlns="4873beb7-5857-4685-be1f-d57550cc96cc" xsi:nil="true"/>
    <TPFriendlyName xmlns="4873beb7-5857-4685-be1f-d57550cc96cc" xsi:nil="true"/>
    <IntlLangReview xmlns="4873beb7-5857-4685-be1f-d57550cc96cc">false</IntlLangReview>
    <LocLastLocAttemptVersionLookup xmlns="4873beb7-5857-4685-be1f-d57550cc96cc">855024</LocLastLocAttemptVersionLookup>
    <PolicheckWords xmlns="4873beb7-5857-4685-be1f-d57550cc96cc" xsi:nil="true"/>
    <SubmitterId xmlns="4873beb7-5857-4685-be1f-d57550cc96cc" xsi:nil="true"/>
    <AcquiredFrom xmlns="4873beb7-5857-4685-be1f-d57550cc96cc">Internal MS</AcquiredFrom>
    <EditorialStatus xmlns="4873beb7-5857-4685-be1f-d57550cc96cc">Complete</EditorialStatus>
    <Markets xmlns="4873beb7-5857-4685-be1f-d57550cc96cc"/>
    <OriginAsset xmlns="4873beb7-5857-4685-be1f-d57550cc96cc" xsi:nil="true"/>
    <AssetStart xmlns="4873beb7-5857-4685-be1f-d57550cc96cc">2012-08-31T08:50:00+00:00</AssetStart>
    <FriendlyTitle xmlns="4873beb7-5857-4685-be1f-d57550cc96cc" xsi:nil="true"/>
    <MarketSpecific xmlns="4873beb7-5857-4685-be1f-d57550cc96cc">false</MarketSpecific>
    <TPNamespace xmlns="4873beb7-5857-4685-be1f-d57550cc96cc" xsi:nil="true"/>
    <PublishStatusLookup xmlns="4873beb7-5857-4685-be1f-d57550cc96cc">
      <Value>1616423</Value>
    </PublishStatusLookup>
    <APAuthor xmlns="4873beb7-5857-4685-be1f-d57550cc96cc">
      <UserInfo>
        <DisplayName>REDMOND\kristaa</DisplayName>
        <AccountId>136</AccountId>
        <AccountType/>
      </UserInfo>
    </APAuthor>
    <TPCommandLine xmlns="4873beb7-5857-4685-be1f-d57550cc96cc" xsi:nil="true"/>
    <IntlLangReviewer xmlns="4873beb7-5857-4685-be1f-d57550cc96cc" xsi:nil="true"/>
    <OpenTemplate xmlns="4873beb7-5857-4685-be1f-d57550cc96cc">true</OpenTemplate>
    <CSXSubmissionDate xmlns="4873beb7-5857-4685-be1f-d57550cc96cc" xsi:nil="true"/>
    <TaxCatchAll xmlns="4873beb7-5857-4685-be1f-d57550cc96cc"/>
    <Manager xmlns="4873beb7-5857-4685-be1f-d57550cc96cc" xsi:nil="true"/>
    <NumericId xmlns="4873beb7-5857-4685-be1f-d57550cc96cc" xsi:nil="true"/>
    <ParentAssetId xmlns="4873beb7-5857-4685-be1f-d57550cc96cc" xsi:nil="true"/>
    <OriginalSourceMarket xmlns="4873beb7-5857-4685-be1f-d57550cc96cc" xsi:nil="true"/>
    <ApprovalStatus xmlns="4873beb7-5857-4685-be1f-d57550cc96cc">InProgress</ApprovalStatus>
    <TPComponent xmlns="4873beb7-5857-4685-be1f-d57550cc96cc" xsi:nil="true"/>
    <EditorialTags xmlns="4873beb7-5857-4685-be1f-d57550cc96cc" xsi:nil="true"/>
    <TPExecutable xmlns="4873beb7-5857-4685-be1f-d57550cc96cc" xsi:nil="true"/>
    <TPLaunchHelpLink xmlns="4873beb7-5857-4685-be1f-d57550cc96cc" xsi:nil="true"/>
    <LocComments xmlns="4873beb7-5857-4685-be1f-d57550cc96cc" xsi:nil="true"/>
    <LocRecommendedHandoff xmlns="4873beb7-5857-4685-be1f-d57550cc96cc" xsi:nil="true"/>
    <SourceTitle xmlns="4873beb7-5857-4685-be1f-d57550cc96cc" xsi:nil="true"/>
    <CSXUpdate xmlns="4873beb7-5857-4685-be1f-d57550cc96cc">false</CSXUpdate>
    <IntlLocPriority xmlns="4873beb7-5857-4685-be1f-d57550cc96cc" xsi:nil="true"/>
    <UAProjectedTotalWords xmlns="4873beb7-5857-4685-be1f-d57550cc96cc" xsi:nil="true"/>
    <AssetType xmlns="4873beb7-5857-4685-be1f-d57550cc96cc">TP</AssetType>
    <MachineTranslated xmlns="4873beb7-5857-4685-be1f-d57550cc96cc">false</MachineTranslated>
    <OutputCachingOn xmlns="4873beb7-5857-4685-be1f-d57550cc96cc">false</OutputCachingOn>
    <TemplateStatus xmlns="4873beb7-5857-4685-be1f-d57550cc96cc">Complete</TemplateStatus>
    <IsSearchable xmlns="4873beb7-5857-4685-be1f-d57550cc96cc">true</IsSearchable>
    <ContentItem xmlns="4873beb7-5857-4685-be1f-d57550cc96cc" xsi:nil="true"/>
    <HandoffToMSDN xmlns="4873beb7-5857-4685-be1f-d57550cc96cc" xsi:nil="true"/>
    <ShowIn xmlns="4873beb7-5857-4685-be1f-d57550cc96cc">Show everywhere</ShowIn>
    <ThumbnailAssetId xmlns="4873beb7-5857-4685-be1f-d57550cc96cc" xsi:nil="true"/>
    <UALocComments xmlns="4873beb7-5857-4685-be1f-d57550cc96cc" xsi:nil="true"/>
    <UALocRecommendation xmlns="4873beb7-5857-4685-be1f-d57550cc96cc">Localize</UALocRecommendation>
    <LastModifiedDateTime xmlns="4873beb7-5857-4685-be1f-d57550cc96cc" xsi:nil="true"/>
    <LegacyData xmlns="4873beb7-5857-4685-be1f-d57550cc96cc" xsi:nil="true"/>
    <LocManualTestRequired xmlns="4873beb7-5857-4685-be1f-d57550cc96cc">false</LocManualTestRequired>
    <LocMarketGroupTiers2 xmlns="4873beb7-5857-4685-be1f-d57550cc96cc" xsi:nil="true"/>
    <ClipArtFilename xmlns="4873beb7-5857-4685-be1f-d57550cc96cc" xsi:nil="true"/>
    <TPApplication xmlns="4873beb7-5857-4685-be1f-d57550cc96cc" xsi:nil="true"/>
    <CSXHash xmlns="4873beb7-5857-4685-be1f-d57550cc96cc" xsi:nil="true"/>
    <DirectSourceMarket xmlns="4873beb7-5857-4685-be1f-d57550cc96cc" xsi:nil="true"/>
    <PrimaryImageGen xmlns="4873beb7-5857-4685-be1f-d57550cc96cc">true</PrimaryImageGen>
    <PlannedPubDate xmlns="4873beb7-5857-4685-be1f-d57550cc96cc" xsi:nil="true"/>
    <CSXSubmissionMarket xmlns="4873beb7-5857-4685-be1f-d57550cc96cc" xsi:nil="true"/>
    <Downloads xmlns="4873beb7-5857-4685-be1f-d57550cc96cc">0</Downloads>
    <ArtSampleDocs xmlns="4873beb7-5857-4685-be1f-d57550cc96cc" xsi:nil="true"/>
    <TrustLevel xmlns="4873beb7-5857-4685-be1f-d57550cc96cc">1 Microsoft Managed Content</TrustLevel>
    <BlockPublish xmlns="4873beb7-5857-4685-be1f-d57550cc96cc">false</BlockPublish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BusinessGroup xmlns="4873beb7-5857-4685-be1f-d57550cc96cc" xsi:nil="true"/>
    <Providers xmlns="4873beb7-5857-4685-be1f-d57550cc96cc" xsi:nil="true"/>
    <TemplateTemplateType xmlns="4873beb7-5857-4685-be1f-d57550cc96cc">PowerPoint Presentation Template</TemplateTemplateType>
    <TimesCloned xmlns="4873beb7-5857-4685-be1f-d57550cc96cc" xsi:nil="true"/>
    <TPAppVersion xmlns="4873beb7-5857-4685-be1f-d57550cc96cc" xsi:nil="true"/>
    <VoteCount xmlns="4873beb7-5857-4685-be1f-d57550cc96cc" xsi:nil="true"/>
    <AverageRating xmlns="4873beb7-5857-4685-be1f-d57550cc96cc" xsi:nil="true"/>
    <FeatureTagsTaxHTField0 xmlns="4873beb7-5857-4685-be1f-d57550cc96cc">
      <Terms xmlns="http://schemas.microsoft.com/office/infopath/2007/PartnerControls"/>
    </FeatureTagsTaxHTField0>
    <Provider xmlns="4873beb7-5857-4685-be1f-d57550cc96cc" xsi:nil="true"/>
    <UACurrentWords xmlns="4873beb7-5857-4685-be1f-d57550cc96cc" xsi:nil="true"/>
    <AssetId xmlns="4873beb7-5857-4685-be1f-d57550cc96cc">TP103431361</AssetId>
    <TPClientViewer xmlns="4873beb7-5857-4685-be1f-d57550cc96cc" xsi:nil="true"/>
    <DSATActionTaken xmlns="4873beb7-5857-4685-be1f-d57550cc96cc" xsi:nil="true"/>
    <APEditor xmlns="4873beb7-5857-4685-be1f-d57550cc96cc">
      <UserInfo>
        <DisplayName/>
        <AccountId xsi:nil="true"/>
        <AccountType/>
      </UserInfo>
    </APEditor>
    <TPInstallLocation xmlns="4873beb7-5857-4685-be1f-d57550cc96cc" xsi:nil="true"/>
    <OOCacheId xmlns="4873beb7-5857-4685-be1f-d57550cc96cc" xsi:nil="true"/>
    <IsDeleted xmlns="4873beb7-5857-4685-be1f-d57550cc96cc">false</IsDeleted>
    <PublishTargets xmlns="4873beb7-5857-4685-be1f-d57550cc96cc">OfficeOnlineVNext</PublishTargets>
    <ApprovalLog xmlns="4873beb7-5857-4685-be1f-d57550cc96cc" xsi:nil="true"/>
    <BugNumber xmlns="4873beb7-5857-4685-be1f-d57550cc96cc" xsi:nil="true"/>
    <CrawlForDependencies xmlns="4873beb7-5857-4685-be1f-d57550cc96cc">false</CrawlForDependencies>
    <InternalTagsTaxHTField0 xmlns="4873beb7-5857-4685-be1f-d57550cc96cc">
      <Terms xmlns="http://schemas.microsoft.com/office/infopath/2007/PartnerControls"/>
    </InternalTagsTaxHTField0>
    <LastHandOff xmlns="4873beb7-5857-4685-be1f-d57550cc96cc" xsi:nil="true"/>
    <Milestone xmlns="4873beb7-5857-4685-be1f-d57550cc96cc" xsi:nil="true"/>
    <OriginalRelease xmlns="4873beb7-5857-4685-be1f-d57550cc96cc">15</OriginalRelease>
    <RecommendationsModifier xmlns="4873beb7-5857-4685-be1f-d57550cc96cc" xsi:nil="true"/>
    <ScenarioTagsTaxHTField0 xmlns="4873beb7-5857-4685-be1f-d57550cc96cc">
      <Terms xmlns="http://schemas.microsoft.com/office/infopath/2007/PartnerControls"/>
    </ScenarioTagsTaxHTField0>
    <UANotes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CDDBB83-77C1-4099-A0AA-289882E745E2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customXml/itemProps2.xml><?xml version="1.0" encoding="utf-8"?>
<ds:datastoreItem xmlns:ds="http://schemas.openxmlformats.org/officeDocument/2006/customXml" ds:itemID="{28C8B9CA-0273-4370-889A-FC05DA5C2FA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1E720F-F05D-4536-9C34-0CFCED65D3B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2063</Words>
  <Application>Microsoft Office PowerPoint</Application>
  <PresentationFormat>Widescreen</PresentationFormat>
  <Paragraphs>242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Euphemia</vt:lpstr>
      <vt:lpstr>Plantagenet Cherokee</vt:lpstr>
      <vt:lpstr>Wingdings</vt:lpstr>
      <vt:lpstr>Academic Literature 16x9</vt:lpstr>
      <vt:lpstr>Differential Privacy on graphs</vt:lpstr>
      <vt:lpstr>Graph Analysis</vt:lpstr>
      <vt:lpstr>Analyzing Graphs with Node Differential Privacy – TCC 2013</vt:lpstr>
      <vt:lpstr>Differential Privacy</vt:lpstr>
      <vt:lpstr>Differential Privacy on Graph</vt:lpstr>
      <vt:lpstr>Differential Privacy - Preliminaries</vt:lpstr>
      <vt:lpstr>Differential Privacy – On Graphs</vt:lpstr>
      <vt:lpstr>Solutions</vt:lpstr>
      <vt:lpstr>Lipschitz Extension</vt:lpstr>
      <vt:lpstr>Flow-based Lipschitz Extension</vt:lpstr>
      <vt:lpstr>Flow-based Lipschitz Extension – Algorithm for Releasing the Number of Edges</vt:lpstr>
      <vt:lpstr>Linear Programming-based Lipschitz Extension</vt:lpstr>
      <vt:lpstr>Generic Reduction Method</vt:lpstr>
      <vt:lpstr>Generic Reduction Method</vt:lpstr>
      <vt:lpstr>Remark</vt:lpstr>
      <vt:lpstr>Generating Synthetic Decentralized Social Graph with Local Differential Privacy – CCS 2017</vt:lpstr>
      <vt:lpstr>Straw-man Approach 1 – Randomized Neighbor List</vt:lpstr>
      <vt:lpstr>Straw-man Approach 2 – Degree-based Graph Generation</vt:lpstr>
      <vt:lpstr>Observation from Straw-man Approaches</vt:lpstr>
      <vt:lpstr>LDPGen - Overview</vt:lpstr>
      <vt:lpstr>LDPGen – Phase I: initial grouping</vt:lpstr>
      <vt:lpstr>LDPGen – Phase I Noise analysis</vt:lpstr>
      <vt:lpstr>LDPGen – Phase I Optimal Group Number</vt:lpstr>
      <vt:lpstr>LDPGen – Phase II: grouping refinement.</vt:lpstr>
      <vt:lpstr>LDPGen – Phase III: graph generation</vt:lpstr>
      <vt:lpstr>LDPGen – Experiment</vt:lpstr>
      <vt:lpstr>Remark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Differential Privacy on graphs</dc:title>
  <dc:creator>Wang, Xiaoyang</dc:creator>
  <cp:lastModifiedBy>Wang, Xiaoyang</cp:lastModifiedBy>
  <cp:revision>1</cp:revision>
  <dcterms:created xsi:type="dcterms:W3CDTF">2019-11-12T11:16:59Z</dcterms:created>
  <dcterms:modified xsi:type="dcterms:W3CDTF">2019-11-12T19:09:14Z</dcterms:modified>
</cp:coreProperties>
</file>