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560"/>
    <p:restoredTop sz="94714"/>
  </p:normalViewPr>
  <p:slideViewPr>
    <p:cSldViewPr snapToGrid="0" snapToObjects="1">
      <p:cViewPr varScale="1">
        <p:scale>
          <a:sx n="89" d="100"/>
          <a:sy n="89" d="100"/>
        </p:scale>
        <p:origin x="192" y="1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6FCFA-2A73-2F47-A49C-90877563A4F1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8C19-D88E-184C-9AC7-FCB7EBDB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82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6FCFA-2A73-2F47-A49C-90877563A4F1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8C19-D88E-184C-9AC7-FCB7EBDB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352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6FCFA-2A73-2F47-A49C-90877563A4F1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8C19-D88E-184C-9AC7-FCB7EBDB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6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6FCFA-2A73-2F47-A49C-90877563A4F1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8C19-D88E-184C-9AC7-FCB7EBDB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703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6FCFA-2A73-2F47-A49C-90877563A4F1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8C19-D88E-184C-9AC7-FCB7EBDB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65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6FCFA-2A73-2F47-A49C-90877563A4F1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8C19-D88E-184C-9AC7-FCB7EBDB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311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6FCFA-2A73-2F47-A49C-90877563A4F1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8C19-D88E-184C-9AC7-FCB7EBDB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809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6FCFA-2A73-2F47-A49C-90877563A4F1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8C19-D88E-184C-9AC7-FCB7EBDB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650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6FCFA-2A73-2F47-A49C-90877563A4F1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8C19-D88E-184C-9AC7-FCB7EBDB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603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6FCFA-2A73-2F47-A49C-90877563A4F1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8C19-D88E-184C-9AC7-FCB7EBDB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191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6FCFA-2A73-2F47-A49C-90877563A4F1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8C19-D88E-184C-9AC7-FCB7EBDB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873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6FCFA-2A73-2F47-A49C-90877563A4F1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668C19-D88E-184C-9AC7-FCB7EBDB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97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Status</a:t>
            </a:r>
            <a:r>
              <a:rPr lang="zh-CN" altLang="en-US" dirty="0" smtClean="0"/>
              <a:t> </a:t>
            </a:r>
            <a:r>
              <a:rPr lang="en-US" altLang="zh-CN" dirty="0" smtClean="0"/>
              <a:t>Report</a:t>
            </a:r>
            <a:r>
              <a:rPr lang="zh-CN" altLang="en-US" dirty="0" smtClean="0"/>
              <a:t> </a:t>
            </a:r>
            <a:r>
              <a:rPr lang="en-US" altLang="zh-CN" dirty="0" smtClean="0"/>
              <a:t>Summary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155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DeepFake</a:t>
            </a:r>
            <a:r>
              <a:rPr lang="zh-CN" altLang="en-US" dirty="0" smtClean="0"/>
              <a:t> </a:t>
            </a:r>
            <a:r>
              <a:rPr lang="en-US" altLang="zh-CN" dirty="0" smtClean="0"/>
              <a:t>Detection</a:t>
            </a:r>
            <a:r>
              <a:rPr lang="zh-CN" altLang="en-US" dirty="0" smtClean="0"/>
              <a:t> </a:t>
            </a:r>
            <a:r>
              <a:rPr lang="en-US" altLang="zh-CN" dirty="0" smtClean="0"/>
              <a:t>by</a:t>
            </a:r>
            <a:r>
              <a:rPr lang="zh-CN" altLang="en-US" dirty="0" smtClean="0"/>
              <a:t> </a:t>
            </a:r>
            <a:r>
              <a:rPr lang="en-US" altLang="zh-CN" dirty="0" smtClean="0"/>
              <a:t>Non-trivial</a:t>
            </a:r>
            <a:r>
              <a:rPr lang="zh-CN" altLang="en-US" dirty="0" smtClean="0"/>
              <a:t> </a:t>
            </a:r>
            <a:r>
              <a:rPr lang="en-US" altLang="zh-CN" dirty="0" smtClean="0"/>
              <a:t>Body</a:t>
            </a:r>
            <a:r>
              <a:rPr lang="zh-CN" altLang="en-US" dirty="0" smtClean="0"/>
              <a:t> </a:t>
            </a:r>
            <a:r>
              <a:rPr lang="en-US" altLang="zh-CN" dirty="0" smtClean="0"/>
              <a:t>Language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Idea:</a:t>
            </a:r>
            <a:r>
              <a:rPr lang="zh-CN" altLang="en-US" dirty="0" smtClean="0"/>
              <a:t> </a:t>
            </a:r>
            <a:r>
              <a:rPr lang="en-US" altLang="zh-CN" dirty="0" smtClean="0"/>
              <a:t>identify</a:t>
            </a:r>
            <a:r>
              <a:rPr lang="zh-CN" altLang="en-US" dirty="0" smtClean="0"/>
              <a:t> </a:t>
            </a:r>
            <a:r>
              <a:rPr lang="en-US" altLang="zh-CN" dirty="0" smtClean="0"/>
              <a:t>semantic</a:t>
            </a:r>
            <a:r>
              <a:rPr lang="zh-CN" altLang="en-US" dirty="0" smtClean="0"/>
              <a:t> </a:t>
            </a:r>
            <a:r>
              <a:rPr lang="en-US" altLang="zh-CN" dirty="0" smtClean="0"/>
              <a:t>knowledge</a:t>
            </a:r>
            <a:r>
              <a:rPr lang="zh-CN" altLang="en-US" dirty="0" smtClean="0"/>
              <a:t> </a:t>
            </a:r>
            <a:r>
              <a:rPr lang="en-US" altLang="zh-CN" dirty="0" smtClean="0"/>
              <a:t>from</a:t>
            </a:r>
            <a:r>
              <a:rPr lang="zh-CN" altLang="en-US" dirty="0" smtClean="0"/>
              <a:t> </a:t>
            </a:r>
            <a:r>
              <a:rPr lang="en-US" altLang="zh-CN" dirty="0" smtClean="0"/>
              <a:t>video</a:t>
            </a:r>
            <a:r>
              <a:rPr lang="zh-CN" altLang="en-US" dirty="0" smtClean="0"/>
              <a:t> </a:t>
            </a:r>
            <a:r>
              <a:rPr lang="en-US" altLang="zh-CN" dirty="0" smtClean="0"/>
              <a:t>dataset</a:t>
            </a:r>
          </a:p>
          <a:p>
            <a:pPr lvl="1"/>
            <a:r>
              <a:rPr lang="en-US" altLang="zh-CN" dirty="0" smtClean="0"/>
              <a:t>Audio</a:t>
            </a:r>
            <a:r>
              <a:rPr lang="zh-CN" altLang="en-US" dirty="0" smtClean="0"/>
              <a:t> </a:t>
            </a:r>
            <a:r>
              <a:rPr lang="en-US" altLang="zh-CN" dirty="0" smtClean="0"/>
              <a:t>segment</a:t>
            </a:r>
            <a:r>
              <a:rPr lang="zh-CN" altLang="en-US" dirty="0" smtClean="0"/>
              <a:t> </a:t>
            </a:r>
            <a:r>
              <a:rPr lang="en-US" altLang="zh-CN" dirty="0" smtClean="0"/>
              <a:t>as</a:t>
            </a:r>
            <a:r>
              <a:rPr lang="zh-CN" altLang="en-US" dirty="0" smtClean="0"/>
              <a:t> </a:t>
            </a:r>
            <a:r>
              <a:rPr lang="en-US" altLang="zh-CN" dirty="0" smtClean="0"/>
              <a:t>fingerprints</a:t>
            </a:r>
            <a:r>
              <a:rPr lang="zh-CN" altLang="en-US" dirty="0" smtClean="0"/>
              <a:t> </a:t>
            </a:r>
            <a:r>
              <a:rPr lang="en-US" altLang="zh-CN" dirty="0" smtClean="0"/>
              <a:t>for</a:t>
            </a:r>
            <a:r>
              <a:rPr lang="zh-CN" altLang="en-US" dirty="0" smtClean="0"/>
              <a:t> </a:t>
            </a:r>
            <a:r>
              <a:rPr lang="en-US" altLang="zh-CN" dirty="0" smtClean="0"/>
              <a:t>subjects</a:t>
            </a:r>
            <a:r>
              <a:rPr lang="zh-CN" altLang="en-US" dirty="0" smtClean="0"/>
              <a:t> </a:t>
            </a:r>
            <a:r>
              <a:rPr lang="en-US" altLang="zh-CN" dirty="0" smtClean="0"/>
              <a:t>within</a:t>
            </a:r>
            <a:r>
              <a:rPr lang="zh-CN" altLang="en-US" dirty="0" smtClean="0"/>
              <a:t> </a:t>
            </a:r>
            <a:r>
              <a:rPr lang="en-US" altLang="zh-CN" dirty="0" smtClean="0"/>
              <a:t>a</a:t>
            </a:r>
            <a:r>
              <a:rPr lang="zh-CN" altLang="en-US" dirty="0" smtClean="0"/>
              <a:t> </a:t>
            </a:r>
            <a:r>
              <a:rPr lang="en-US" altLang="zh-CN" dirty="0" smtClean="0"/>
              <a:t>video</a:t>
            </a:r>
          </a:p>
          <a:p>
            <a:r>
              <a:rPr lang="en-US" altLang="zh-CN" dirty="0" smtClean="0"/>
              <a:t>Method</a:t>
            </a:r>
            <a:r>
              <a:rPr lang="zh-CN" altLang="en-US" dirty="0" smtClean="0"/>
              <a:t> </a:t>
            </a:r>
            <a:r>
              <a:rPr lang="en-US" altLang="zh-CN" dirty="0" smtClean="0"/>
              <a:t>is</a:t>
            </a:r>
            <a:r>
              <a:rPr lang="zh-CN" altLang="en-US" dirty="0" smtClean="0"/>
              <a:t> </a:t>
            </a:r>
            <a:r>
              <a:rPr lang="en-US" altLang="zh-CN" dirty="0" smtClean="0"/>
              <a:t>clear</a:t>
            </a:r>
          </a:p>
          <a:p>
            <a:r>
              <a:rPr lang="en-US" altLang="zh-CN" dirty="0" smtClean="0"/>
              <a:t>Dataset</a:t>
            </a:r>
            <a:r>
              <a:rPr lang="zh-CN" altLang="en-US" dirty="0" smtClean="0"/>
              <a:t> </a:t>
            </a:r>
            <a:r>
              <a:rPr lang="en-US" altLang="zh-CN" dirty="0" smtClean="0"/>
              <a:t>is</a:t>
            </a:r>
            <a:r>
              <a:rPr lang="zh-CN" altLang="en-US" dirty="0" smtClean="0"/>
              <a:t> </a:t>
            </a:r>
            <a:r>
              <a:rPr lang="en-US" altLang="zh-CN" dirty="0" smtClean="0"/>
              <a:t>organized</a:t>
            </a:r>
            <a:r>
              <a:rPr lang="zh-CN" altLang="en-US" dirty="0" smtClean="0"/>
              <a:t> </a:t>
            </a:r>
            <a:endParaRPr lang="en-US" altLang="zh-CN" dirty="0" smtClean="0"/>
          </a:p>
          <a:p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future</a:t>
            </a:r>
            <a:r>
              <a:rPr lang="zh-CN" altLang="en-US" dirty="0" smtClean="0"/>
              <a:t> </a:t>
            </a:r>
            <a:r>
              <a:rPr lang="en-US" altLang="zh-CN" dirty="0" smtClean="0"/>
              <a:t>plan</a:t>
            </a:r>
            <a:r>
              <a:rPr lang="zh-CN" altLang="en-US" dirty="0" smtClean="0"/>
              <a:t> </a:t>
            </a:r>
            <a:r>
              <a:rPr lang="en-US" altLang="zh-CN" dirty="0" smtClean="0"/>
              <a:t>is</a:t>
            </a:r>
            <a:r>
              <a:rPr lang="zh-CN" altLang="en-US" dirty="0" smtClean="0"/>
              <a:t> </a:t>
            </a:r>
            <a:r>
              <a:rPr lang="en-US" altLang="zh-CN" dirty="0" smtClean="0"/>
              <a:t>settled.</a:t>
            </a:r>
            <a:r>
              <a:rPr lang="zh-CN" altLang="en-US" dirty="0" smtClean="0"/>
              <a:t> </a:t>
            </a:r>
            <a:r>
              <a:rPr lang="en-US" altLang="zh-CN" dirty="0" smtClean="0"/>
              <a:t>Good!</a:t>
            </a:r>
          </a:p>
          <a:p>
            <a:r>
              <a:rPr lang="en-US" altLang="zh-CN" dirty="0" smtClean="0"/>
              <a:t>Think</a:t>
            </a:r>
            <a:r>
              <a:rPr lang="zh-CN" altLang="en-US" dirty="0" smtClean="0"/>
              <a:t> </a:t>
            </a:r>
            <a:r>
              <a:rPr lang="en-US" altLang="zh-CN" dirty="0" smtClean="0"/>
              <a:t>about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output</a:t>
            </a:r>
            <a:r>
              <a:rPr lang="zh-CN" altLang="en-US" dirty="0" smtClean="0"/>
              <a:t> </a:t>
            </a:r>
            <a:r>
              <a:rPr lang="en-US" altLang="zh-CN" dirty="0" smtClean="0"/>
              <a:t>more</a:t>
            </a:r>
            <a:r>
              <a:rPr lang="zh-CN" altLang="en-US" dirty="0" smtClean="0"/>
              <a:t> </a:t>
            </a:r>
            <a:r>
              <a:rPr lang="en-US" altLang="zh-CN" dirty="0" smtClean="0"/>
              <a:t>clearly</a:t>
            </a:r>
            <a:endParaRPr lang="en-US" altLang="zh-CN" dirty="0"/>
          </a:p>
          <a:p>
            <a:endParaRPr lang="en-US" altLang="zh-CN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235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</a:t>
            </a:r>
            <a:r>
              <a:rPr lang="en-US" altLang="zh-CN" dirty="0" smtClean="0"/>
              <a:t>eport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Idea:</a:t>
            </a:r>
            <a:r>
              <a:rPr lang="zh-CN" altLang="en-US" dirty="0" smtClean="0"/>
              <a:t> </a:t>
            </a:r>
            <a:r>
              <a:rPr lang="en-US" altLang="zh-CN" dirty="0" smtClean="0"/>
              <a:t>Decompose</a:t>
            </a:r>
            <a:r>
              <a:rPr lang="zh-CN" altLang="en-US" dirty="0" smtClean="0"/>
              <a:t> </a:t>
            </a:r>
            <a:r>
              <a:rPr lang="en-US" altLang="zh-CN" dirty="0" smtClean="0"/>
              <a:t>variance</a:t>
            </a:r>
            <a:r>
              <a:rPr lang="zh-CN" altLang="en-US" dirty="0" smtClean="0"/>
              <a:t> </a:t>
            </a:r>
            <a:r>
              <a:rPr lang="en-US" altLang="zh-CN" dirty="0" smtClean="0"/>
              <a:t>and</a:t>
            </a:r>
            <a:r>
              <a:rPr lang="zh-CN" altLang="en-US" dirty="0" smtClean="0"/>
              <a:t> </a:t>
            </a:r>
            <a:r>
              <a:rPr lang="en-US" altLang="zh-CN" dirty="0" smtClean="0"/>
              <a:t>bias</a:t>
            </a:r>
            <a:r>
              <a:rPr lang="zh-CN" altLang="en-US" dirty="0" smtClean="0"/>
              <a:t> </a:t>
            </a:r>
            <a:r>
              <a:rPr lang="en-US" altLang="zh-CN" dirty="0" smtClean="0"/>
              <a:t>from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classification</a:t>
            </a:r>
            <a:r>
              <a:rPr lang="zh-CN" altLang="en-US" dirty="0" smtClean="0"/>
              <a:t> </a:t>
            </a:r>
            <a:r>
              <a:rPr lang="en-US" altLang="zh-CN" dirty="0" smtClean="0"/>
              <a:t>error</a:t>
            </a:r>
          </a:p>
          <a:p>
            <a:r>
              <a:rPr lang="en-US" altLang="zh-CN" dirty="0" smtClean="0"/>
              <a:t>Preliminary</a:t>
            </a:r>
            <a:r>
              <a:rPr lang="zh-CN" altLang="en-US" dirty="0" smtClean="0"/>
              <a:t> </a:t>
            </a:r>
            <a:r>
              <a:rPr lang="en-US" altLang="zh-CN" dirty="0" smtClean="0"/>
              <a:t>results</a:t>
            </a:r>
            <a:r>
              <a:rPr lang="zh-CN" altLang="en-US" dirty="0" smtClean="0"/>
              <a:t> </a:t>
            </a:r>
            <a:r>
              <a:rPr lang="en-US" altLang="zh-CN" dirty="0" smtClean="0"/>
              <a:t>are</a:t>
            </a:r>
            <a:r>
              <a:rPr lang="zh-CN" altLang="en-US" dirty="0" smtClean="0"/>
              <a:t> </a:t>
            </a:r>
            <a:r>
              <a:rPr lang="en-US" altLang="zh-CN" dirty="0" smtClean="0"/>
              <a:t>good</a:t>
            </a:r>
          </a:p>
          <a:p>
            <a:r>
              <a:rPr lang="en-US" altLang="zh-CN" dirty="0" smtClean="0"/>
              <a:t>Next</a:t>
            </a:r>
            <a:r>
              <a:rPr lang="zh-CN" altLang="en-US" dirty="0" smtClean="0"/>
              <a:t> </a:t>
            </a:r>
            <a:r>
              <a:rPr lang="en-US" altLang="zh-CN" dirty="0" smtClean="0"/>
              <a:t>plan:</a:t>
            </a:r>
            <a:r>
              <a:rPr lang="zh-CN" altLang="en-US" dirty="0" smtClean="0"/>
              <a:t> </a:t>
            </a:r>
            <a:r>
              <a:rPr lang="en-US" altLang="zh-CN" dirty="0" smtClean="0"/>
              <a:t>more</a:t>
            </a:r>
            <a:r>
              <a:rPr lang="zh-CN" altLang="en-US" dirty="0" smtClean="0"/>
              <a:t> </a:t>
            </a:r>
            <a:r>
              <a:rPr lang="en-US" altLang="zh-CN" dirty="0" smtClean="0"/>
              <a:t>dataset,</a:t>
            </a:r>
            <a:r>
              <a:rPr lang="zh-CN" altLang="en-US" dirty="0" smtClean="0"/>
              <a:t> </a:t>
            </a:r>
            <a:r>
              <a:rPr lang="en-US" altLang="zh-CN" dirty="0" smtClean="0"/>
              <a:t>but</a:t>
            </a:r>
            <a:r>
              <a:rPr lang="zh-CN" altLang="en-US" dirty="0" smtClean="0"/>
              <a:t> </a:t>
            </a:r>
            <a:r>
              <a:rPr lang="en-US" altLang="zh-CN" dirty="0" smtClean="0"/>
              <a:t>may</a:t>
            </a:r>
            <a:r>
              <a:rPr lang="zh-CN" altLang="en-US" dirty="0" smtClean="0"/>
              <a:t> </a:t>
            </a:r>
            <a:r>
              <a:rPr lang="en-US" altLang="zh-CN" dirty="0" smtClean="0"/>
              <a:t>not</a:t>
            </a:r>
            <a:r>
              <a:rPr lang="zh-CN" altLang="en-US" dirty="0" smtClean="0"/>
              <a:t> </a:t>
            </a:r>
            <a:r>
              <a:rPr lang="en-US" altLang="zh-CN" dirty="0" smtClean="0"/>
              <a:t>be</a:t>
            </a:r>
            <a:r>
              <a:rPr lang="zh-CN" altLang="en-US" dirty="0" smtClean="0"/>
              <a:t> </a:t>
            </a:r>
            <a:r>
              <a:rPr lang="en-US" altLang="zh-CN" dirty="0" smtClean="0"/>
              <a:t>enough</a:t>
            </a:r>
          </a:p>
          <a:p>
            <a:r>
              <a:rPr lang="en-US" altLang="zh-CN" dirty="0" smtClean="0"/>
              <a:t>Suggestion:</a:t>
            </a:r>
            <a:r>
              <a:rPr lang="zh-CN" altLang="en-US" dirty="0" smtClean="0"/>
              <a:t> </a:t>
            </a:r>
            <a:r>
              <a:rPr lang="en-US" altLang="zh-CN" dirty="0" smtClean="0"/>
              <a:t>check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cv/</a:t>
            </a:r>
            <a:r>
              <a:rPr lang="en-US" altLang="zh-CN" dirty="0" err="1" smtClean="0"/>
              <a:t>bert</a:t>
            </a:r>
            <a:r>
              <a:rPr lang="zh-CN" altLang="en-US" dirty="0" smtClean="0"/>
              <a:t> </a:t>
            </a:r>
            <a:r>
              <a:rPr lang="en-US" altLang="zh-CN" dirty="0" smtClean="0"/>
              <a:t>bias</a:t>
            </a:r>
            <a:r>
              <a:rPr lang="zh-CN" altLang="en-US" dirty="0" smtClean="0"/>
              <a:t> </a:t>
            </a:r>
            <a:r>
              <a:rPr lang="en-US" altLang="zh-CN" dirty="0" smtClean="0"/>
              <a:t>paper</a:t>
            </a:r>
            <a:r>
              <a:rPr lang="zh-CN" altLang="en-US" dirty="0" smtClean="0"/>
              <a:t> </a:t>
            </a:r>
            <a:r>
              <a:rPr lang="en-US" altLang="zh-CN" dirty="0" smtClean="0"/>
              <a:t>to</a:t>
            </a:r>
            <a:r>
              <a:rPr lang="zh-CN" altLang="en-US" dirty="0" smtClean="0"/>
              <a:t> </a:t>
            </a:r>
            <a:r>
              <a:rPr lang="en-US" altLang="zh-CN" dirty="0" smtClean="0"/>
              <a:t>design</a:t>
            </a:r>
            <a:r>
              <a:rPr lang="zh-CN" altLang="en-US" dirty="0" smtClean="0"/>
              <a:t> </a:t>
            </a:r>
            <a:r>
              <a:rPr lang="en-US" altLang="zh-CN" dirty="0" smtClean="0"/>
              <a:t>dataset,</a:t>
            </a:r>
            <a:r>
              <a:rPr lang="zh-CN" altLang="en-US" dirty="0" smtClean="0"/>
              <a:t> </a:t>
            </a:r>
            <a:r>
              <a:rPr lang="en-US" altLang="zh-CN" dirty="0" smtClean="0"/>
              <a:t>generate</a:t>
            </a:r>
            <a:r>
              <a:rPr lang="zh-CN" altLang="en-US" dirty="0" smtClean="0"/>
              <a:t> </a:t>
            </a:r>
            <a:r>
              <a:rPr lang="en-US" altLang="zh-CN" dirty="0" smtClean="0"/>
              <a:t>hypothesis,</a:t>
            </a:r>
            <a:r>
              <a:rPr lang="zh-CN" altLang="en-US" dirty="0" smtClean="0"/>
              <a:t> </a:t>
            </a:r>
            <a:r>
              <a:rPr lang="en-US" altLang="zh-CN" dirty="0" smtClean="0"/>
              <a:t>and</a:t>
            </a:r>
            <a:r>
              <a:rPr lang="zh-CN" altLang="en-US" dirty="0" smtClean="0"/>
              <a:t> </a:t>
            </a:r>
            <a:r>
              <a:rPr lang="en-US" altLang="zh-CN" dirty="0" smtClean="0"/>
              <a:t>try</a:t>
            </a:r>
            <a:r>
              <a:rPr lang="zh-CN" altLang="en-US" dirty="0" smtClean="0"/>
              <a:t> </a:t>
            </a:r>
            <a:r>
              <a:rPr lang="en-US" altLang="zh-CN" dirty="0" smtClean="0"/>
              <a:t>to</a:t>
            </a:r>
            <a:r>
              <a:rPr lang="zh-CN" altLang="en-US" dirty="0" smtClean="0"/>
              <a:t> </a:t>
            </a:r>
            <a:r>
              <a:rPr lang="en-US" altLang="zh-CN" dirty="0" smtClean="0"/>
              <a:t>verify</a:t>
            </a:r>
            <a:r>
              <a:rPr lang="zh-CN" altLang="en-US" dirty="0" smtClean="0"/>
              <a:t> </a:t>
            </a:r>
            <a:r>
              <a:rPr lang="en-US" altLang="zh-CN" dirty="0" smtClean="0"/>
              <a:t>those</a:t>
            </a:r>
            <a:r>
              <a:rPr lang="zh-CN" altLang="en-US" dirty="0" smtClean="0"/>
              <a:t> </a:t>
            </a:r>
            <a:r>
              <a:rPr lang="en-US" altLang="zh-CN" dirty="0" smtClean="0"/>
              <a:t>hypothesis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06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Report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Idea:</a:t>
            </a:r>
            <a:r>
              <a:rPr lang="zh-CN" altLang="en-US" dirty="0" smtClean="0"/>
              <a:t> </a:t>
            </a:r>
            <a:r>
              <a:rPr lang="en-US" altLang="zh-CN" dirty="0" smtClean="0"/>
              <a:t>generating</a:t>
            </a:r>
            <a:r>
              <a:rPr lang="zh-CN" altLang="en-US" dirty="0" smtClean="0"/>
              <a:t> </a:t>
            </a:r>
            <a:r>
              <a:rPr lang="en-US" altLang="zh-CN" dirty="0" smtClean="0"/>
              <a:t>mimicry</a:t>
            </a:r>
            <a:r>
              <a:rPr lang="zh-CN" altLang="en-US" dirty="0" smtClean="0"/>
              <a:t> </a:t>
            </a:r>
            <a:r>
              <a:rPr lang="en-US" altLang="zh-CN" dirty="0" smtClean="0"/>
              <a:t>attacks</a:t>
            </a:r>
            <a:r>
              <a:rPr lang="zh-CN" altLang="en-US" dirty="0" smtClean="0"/>
              <a:t> </a:t>
            </a:r>
            <a:r>
              <a:rPr lang="en-US" altLang="zh-CN" dirty="0" smtClean="0"/>
              <a:t>against</a:t>
            </a:r>
            <a:r>
              <a:rPr lang="zh-CN" altLang="en-US" dirty="0" smtClean="0"/>
              <a:t> </a:t>
            </a:r>
            <a:r>
              <a:rPr lang="en-US" altLang="zh-CN" dirty="0" smtClean="0"/>
              <a:t>intrusion</a:t>
            </a:r>
            <a:r>
              <a:rPr lang="zh-CN" altLang="en-US" dirty="0" smtClean="0"/>
              <a:t> </a:t>
            </a:r>
            <a:r>
              <a:rPr lang="en-US" altLang="zh-CN" dirty="0" smtClean="0"/>
              <a:t>detection</a:t>
            </a:r>
            <a:r>
              <a:rPr lang="zh-CN" altLang="en-US" dirty="0" smtClean="0"/>
              <a:t> </a:t>
            </a:r>
            <a:r>
              <a:rPr lang="en-US" altLang="zh-CN" dirty="0" smtClean="0"/>
              <a:t>system</a:t>
            </a:r>
          </a:p>
          <a:p>
            <a:r>
              <a:rPr lang="en-US" altLang="zh-CN" dirty="0" smtClean="0"/>
              <a:t>Requires</a:t>
            </a:r>
            <a:r>
              <a:rPr lang="zh-CN" altLang="en-US" dirty="0" smtClean="0"/>
              <a:t> </a:t>
            </a:r>
            <a:r>
              <a:rPr lang="en-US" altLang="zh-CN" dirty="0" smtClean="0"/>
              <a:t>preliminary</a:t>
            </a:r>
            <a:r>
              <a:rPr lang="zh-CN" altLang="en-US" dirty="0" smtClean="0"/>
              <a:t> </a:t>
            </a:r>
            <a:r>
              <a:rPr lang="en-US" altLang="zh-CN" dirty="0" smtClean="0"/>
              <a:t>results</a:t>
            </a:r>
          </a:p>
          <a:p>
            <a:r>
              <a:rPr lang="en-US" altLang="zh-CN" dirty="0" smtClean="0"/>
              <a:t>Future</a:t>
            </a:r>
            <a:r>
              <a:rPr lang="zh-CN" altLang="en-US" dirty="0" smtClean="0"/>
              <a:t> </a:t>
            </a:r>
            <a:r>
              <a:rPr lang="en-US" altLang="zh-CN" dirty="0" smtClean="0"/>
              <a:t>plan</a:t>
            </a:r>
            <a:r>
              <a:rPr lang="zh-CN" altLang="en-US" dirty="0" smtClean="0"/>
              <a:t> </a:t>
            </a:r>
            <a:r>
              <a:rPr lang="en-US" altLang="zh-CN" dirty="0" smtClean="0"/>
              <a:t>is</a:t>
            </a:r>
            <a:r>
              <a:rPr lang="zh-CN" altLang="en-US" dirty="0" smtClean="0"/>
              <a:t> </a:t>
            </a:r>
            <a:r>
              <a:rPr lang="en-US" altLang="zh-CN" dirty="0" smtClean="0"/>
              <a:t>clear</a:t>
            </a:r>
            <a:r>
              <a:rPr lang="zh-CN" altLang="en-US" dirty="0" smtClean="0"/>
              <a:t> </a:t>
            </a:r>
            <a:r>
              <a:rPr lang="en-US" altLang="zh-CN" dirty="0" smtClean="0"/>
              <a:t>but</a:t>
            </a:r>
            <a:r>
              <a:rPr lang="zh-CN" altLang="en-US" dirty="0" smtClean="0"/>
              <a:t> </a:t>
            </a:r>
            <a:r>
              <a:rPr lang="en-US" altLang="zh-CN" dirty="0" smtClean="0"/>
              <a:t>need</a:t>
            </a:r>
            <a:r>
              <a:rPr lang="zh-CN" altLang="en-US" dirty="0" smtClean="0"/>
              <a:t> </a:t>
            </a:r>
            <a:r>
              <a:rPr lang="en-US" altLang="zh-CN" dirty="0" smtClean="0"/>
              <a:t>to</a:t>
            </a:r>
            <a:r>
              <a:rPr lang="zh-CN" altLang="en-US" dirty="0" smtClean="0"/>
              <a:t> </a:t>
            </a:r>
            <a:r>
              <a:rPr lang="en-US" altLang="zh-CN" dirty="0" smtClean="0"/>
              <a:t>clarify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output</a:t>
            </a:r>
            <a:r>
              <a:rPr lang="zh-CN" altLang="en-US" dirty="0" smtClean="0"/>
              <a:t> </a:t>
            </a:r>
            <a:r>
              <a:rPr lang="en-US" altLang="zh-CN" dirty="0" smtClean="0"/>
              <a:t>and</a:t>
            </a:r>
            <a:r>
              <a:rPr lang="zh-CN" altLang="en-US" dirty="0" smtClean="0"/>
              <a:t> </a:t>
            </a:r>
            <a:r>
              <a:rPr lang="en-US" altLang="zh-CN" dirty="0" smtClean="0"/>
              <a:t>goal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296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Report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Idea:</a:t>
            </a:r>
            <a:r>
              <a:rPr lang="zh-CN" altLang="en-US" dirty="0" smtClean="0"/>
              <a:t> </a:t>
            </a:r>
            <a:r>
              <a:rPr lang="en-US" altLang="zh-CN" dirty="0" smtClean="0"/>
              <a:t>using</a:t>
            </a:r>
            <a:r>
              <a:rPr lang="zh-CN" altLang="en-US" dirty="0" smtClean="0"/>
              <a:t> </a:t>
            </a:r>
            <a:r>
              <a:rPr lang="en-US" altLang="zh-CN" dirty="0" smtClean="0"/>
              <a:t>a</a:t>
            </a:r>
            <a:r>
              <a:rPr lang="zh-CN" altLang="en-US" dirty="0" smtClean="0"/>
              <a:t> </a:t>
            </a:r>
            <a:r>
              <a:rPr lang="en-US" altLang="zh-CN" dirty="0" smtClean="0"/>
              <a:t>progressive</a:t>
            </a:r>
            <a:r>
              <a:rPr lang="zh-CN" altLang="en-US" dirty="0" smtClean="0"/>
              <a:t> </a:t>
            </a:r>
            <a:r>
              <a:rPr lang="en-US" altLang="zh-CN" dirty="0" smtClean="0"/>
              <a:t>GAN</a:t>
            </a:r>
            <a:r>
              <a:rPr lang="zh-CN" altLang="en-US" dirty="0" smtClean="0"/>
              <a:t> </a:t>
            </a:r>
            <a:r>
              <a:rPr lang="en-US" altLang="zh-CN" dirty="0" smtClean="0"/>
              <a:t>to</a:t>
            </a:r>
            <a:r>
              <a:rPr lang="zh-CN" altLang="en-US" dirty="0" smtClean="0"/>
              <a:t> </a:t>
            </a:r>
            <a:r>
              <a:rPr lang="en-US" altLang="zh-CN" dirty="0" smtClean="0"/>
              <a:t>identify</a:t>
            </a:r>
            <a:r>
              <a:rPr lang="zh-CN" altLang="en-US" dirty="0" smtClean="0"/>
              <a:t> </a:t>
            </a:r>
            <a:r>
              <a:rPr lang="en-US" altLang="zh-CN" dirty="0" smtClean="0"/>
              <a:t>object</a:t>
            </a:r>
            <a:r>
              <a:rPr lang="zh-CN" altLang="en-US" dirty="0" smtClean="0"/>
              <a:t> </a:t>
            </a:r>
            <a:r>
              <a:rPr lang="en-US" altLang="zh-CN" dirty="0" smtClean="0"/>
              <a:t>directions</a:t>
            </a:r>
            <a:r>
              <a:rPr lang="zh-CN" altLang="en-US" dirty="0" smtClean="0"/>
              <a:t> </a:t>
            </a:r>
            <a:r>
              <a:rPr lang="en-US" altLang="zh-CN" dirty="0" smtClean="0"/>
              <a:t>and</a:t>
            </a:r>
            <a:r>
              <a:rPr lang="zh-CN" altLang="en-US" dirty="0" smtClean="0"/>
              <a:t> </a:t>
            </a:r>
            <a:endParaRPr lang="en-US" altLang="zh-CN" dirty="0" smtClean="0"/>
          </a:p>
          <a:p>
            <a:r>
              <a:rPr lang="en-US" altLang="zh-CN" dirty="0" smtClean="0"/>
              <a:t>Preliminary</a:t>
            </a:r>
            <a:r>
              <a:rPr lang="zh-CN" altLang="en-US" dirty="0" smtClean="0"/>
              <a:t> </a:t>
            </a:r>
            <a:r>
              <a:rPr lang="en-US" altLang="zh-CN" dirty="0" smtClean="0"/>
              <a:t>results</a:t>
            </a:r>
            <a:r>
              <a:rPr lang="zh-CN" altLang="en-US" dirty="0" smtClean="0"/>
              <a:t> </a:t>
            </a:r>
            <a:r>
              <a:rPr lang="en-US" altLang="zh-CN" dirty="0" smtClean="0"/>
              <a:t>are</a:t>
            </a:r>
            <a:r>
              <a:rPr lang="zh-CN" altLang="en-US" dirty="0" smtClean="0"/>
              <a:t> </a:t>
            </a:r>
            <a:r>
              <a:rPr lang="en-US" altLang="zh-CN" dirty="0" smtClean="0"/>
              <a:t>good</a:t>
            </a:r>
          </a:p>
          <a:p>
            <a:r>
              <a:rPr lang="en-US" altLang="zh-CN" dirty="0" smtClean="0"/>
              <a:t>Need</a:t>
            </a:r>
            <a:r>
              <a:rPr lang="zh-CN" altLang="en-US" dirty="0" smtClean="0"/>
              <a:t> </a:t>
            </a:r>
            <a:r>
              <a:rPr lang="en-US" altLang="zh-CN" dirty="0" smtClean="0"/>
              <a:t>to</a:t>
            </a:r>
            <a:r>
              <a:rPr lang="zh-CN" altLang="en-US" dirty="0" smtClean="0"/>
              <a:t> </a:t>
            </a:r>
            <a:r>
              <a:rPr lang="en-US" altLang="zh-CN" dirty="0" smtClean="0"/>
              <a:t>provide</a:t>
            </a:r>
            <a:r>
              <a:rPr lang="zh-CN" altLang="en-US" dirty="0" smtClean="0"/>
              <a:t> </a:t>
            </a:r>
            <a:r>
              <a:rPr lang="en-US" altLang="zh-CN" dirty="0" smtClean="0"/>
              <a:t>hypothesis,</a:t>
            </a:r>
            <a:r>
              <a:rPr lang="zh-CN" altLang="en-US" dirty="0" smtClean="0"/>
              <a:t> </a:t>
            </a:r>
            <a:r>
              <a:rPr lang="en-US" altLang="zh-CN" dirty="0" smtClean="0"/>
              <a:t>and</a:t>
            </a:r>
            <a:r>
              <a:rPr lang="zh-CN" altLang="en-US" dirty="0" smtClean="0"/>
              <a:t> </a:t>
            </a:r>
            <a:r>
              <a:rPr lang="en-US" altLang="zh-CN" dirty="0" smtClean="0"/>
              <a:t>decide</a:t>
            </a:r>
            <a:r>
              <a:rPr lang="zh-CN" altLang="en-US" dirty="0" smtClean="0"/>
              <a:t> </a:t>
            </a:r>
            <a:r>
              <a:rPr lang="en-US" altLang="zh-CN" dirty="0" smtClean="0"/>
              <a:t>a</a:t>
            </a:r>
            <a:r>
              <a:rPr lang="zh-CN" altLang="en-US" dirty="0" smtClean="0"/>
              <a:t> </a:t>
            </a:r>
            <a:r>
              <a:rPr lang="en-US" altLang="zh-CN" dirty="0" smtClean="0"/>
              <a:t>set</a:t>
            </a:r>
            <a:r>
              <a:rPr lang="zh-CN" altLang="en-US" dirty="0" smtClean="0"/>
              <a:t> </a:t>
            </a:r>
            <a:r>
              <a:rPr lang="en-US" altLang="zh-CN" dirty="0" smtClean="0"/>
              <a:t>of</a:t>
            </a:r>
            <a:r>
              <a:rPr lang="zh-CN" altLang="en-US" dirty="0" smtClean="0"/>
              <a:t> </a:t>
            </a:r>
            <a:r>
              <a:rPr lang="en-US" altLang="zh-CN" dirty="0" smtClean="0"/>
              <a:t>analysis</a:t>
            </a:r>
            <a:r>
              <a:rPr lang="zh-CN" altLang="en-US" dirty="0" smtClean="0"/>
              <a:t> </a:t>
            </a:r>
            <a:r>
              <a:rPr lang="en-US" altLang="zh-CN" dirty="0" smtClean="0"/>
              <a:t>that</a:t>
            </a:r>
            <a:r>
              <a:rPr lang="zh-CN" altLang="en-US" dirty="0" smtClean="0"/>
              <a:t> </a:t>
            </a:r>
            <a:r>
              <a:rPr lang="en-US" altLang="zh-CN" dirty="0" smtClean="0"/>
              <a:t>you</a:t>
            </a:r>
            <a:r>
              <a:rPr lang="zh-CN" altLang="en-US" dirty="0" smtClean="0"/>
              <a:t> </a:t>
            </a:r>
            <a:r>
              <a:rPr lang="en-US" altLang="zh-CN" dirty="0" smtClean="0"/>
              <a:t>want</a:t>
            </a:r>
            <a:r>
              <a:rPr lang="zh-CN" altLang="en-US" dirty="0" smtClean="0"/>
              <a:t> </a:t>
            </a:r>
            <a:r>
              <a:rPr lang="en-US" altLang="zh-CN" dirty="0" smtClean="0"/>
              <a:t>to</a:t>
            </a:r>
            <a:r>
              <a:rPr lang="zh-CN" altLang="en-US" dirty="0" smtClean="0"/>
              <a:t> </a:t>
            </a:r>
            <a:r>
              <a:rPr lang="en-US" altLang="zh-CN" dirty="0" smtClean="0"/>
              <a:t>do</a:t>
            </a:r>
            <a:r>
              <a:rPr lang="zh-CN" altLang="en-US" dirty="0" smtClean="0"/>
              <a:t> </a:t>
            </a:r>
            <a:r>
              <a:rPr lang="en-US" altLang="zh-CN" dirty="0" smtClean="0"/>
              <a:t>and</a:t>
            </a:r>
            <a:r>
              <a:rPr lang="zh-CN" altLang="en-US" dirty="0" smtClean="0"/>
              <a:t> </a:t>
            </a:r>
            <a:r>
              <a:rPr lang="en-US" altLang="zh-CN" dirty="0" smtClean="0"/>
              <a:t>conclude.</a:t>
            </a:r>
          </a:p>
          <a:p>
            <a:r>
              <a:rPr lang="en-US" altLang="zh-CN" dirty="0" smtClean="0"/>
              <a:t>Future</a:t>
            </a:r>
            <a:r>
              <a:rPr lang="zh-CN" altLang="en-US" dirty="0" smtClean="0"/>
              <a:t> </a:t>
            </a:r>
            <a:r>
              <a:rPr lang="en-US" altLang="zh-CN" dirty="0" smtClean="0"/>
              <a:t>plan</a:t>
            </a:r>
            <a:r>
              <a:rPr lang="zh-CN" altLang="en-US" dirty="0" smtClean="0"/>
              <a:t> </a:t>
            </a:r>
            <a:r>
              <a:rPr lang="en-US" altLang="zh-CN" dirty="0" smtClean="0"/>
              <a:t>is</a:t>
            </a:r>
            <a:r>
              <a:rPr lang="zh-CN" altLang="en-US" dirty="0" smtClean="0"/>
              <a:t> </a:t>
            </a:r>
            <a:r>
              <a:rPr lang="en-US" altLang="zh-CN" dirty="0" smtClean="0"/>
              <a:t>missing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14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Set-Targeted</a:t>
            </a:r>
            <a:r>
              <a:rPr lang="zh-CN" altLang="en-US" dirty="0" smtClean="0"/>
              <a:t> </a:t>
            </a:r>
            <a:r>
              <a:rPr lang="en-US" altLang="zh-CN" dirty="0" smtClean="0"/>
              <a:t>attacks</a:t>
            </a:r>
            <a:r>
              <a:rPr lang="zh-CN" altLang="en-US" dirty="0" smtClean="0"/>
              <a:t> </a:t>
            </a:r>
            <a:r>
              <a:rPr lang="en-US" altLang="zh-CN" dirty="0" smtClean="0"/>
              <a:t>on</a:t>
            </a:r>
            <a:r>
              <a:rPr lang="zh-CN" altLang="en-US" dirty="0" smtClean="0"/>
              <a:t> </a:t>
            </a:r>
            <a:r>
              <a:rPr lang="en-US" altLang="zh-CN" dirty="0" smtClean="0"/>
              <a:t>machine</a:t>
            </a:r>
            <a:r>
              <a:rPr lang="zh-CN" altLang="en-US" dirty="0" smtClean="0"/>
              <a:t> </a:t>
            </a:r>
            <a:r>
              <a:rPr lang="en-US" altLang="zh-CN" dirty="0" smtClean="0"/>
              <a:t>learning</a:t>
            </a:r>
            <a:r>
              <a:rPr lang="zh-CN" altLang="en-US" dirty="0" smtClean="0"/>
              <a:t> </a:t>
            </a:r>
            <a:r>
              <a:rPr lang="en-US" altLang="zh-CN" dirty="0" smtClean="0"/>
              <a:t>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Idea:</a:t>
            </a:r>
            <a:r>
              <a:rPr lang="zh-CN" altLang="en-US" dirty="0" smtClean="0"/>
              <a:t> </a:t>
            </a:r>
            <a:r>
              <a:rPr lang="en-US" altLang="zh-CN" dirty="0" smtClean="0"/>
              <a:t>attack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model</a:t>
            </a:r>
            <a:r>
              <a:rPr lang="zh-CN" altLang="en-US" dirty="0" smtClean="0"/>
              <a:t> </a:t>
            </a:r>
            <a:r>
              <a:rPr lang="en-US" altLang="zh-CN" dirty="0" smtClean="0"/>
              <a:t>from</a:t>
            </a:r>
            <a:r>
              <a:rPr lang="zh-CN" altLang="en-US" dirty="0" smtClean="0"/>
              <a:t> </a:t>
            </a:r>
            <a:r>
              <a:rPr lang="en-US" altLang="zh-CN" dirty="0" smtClean="0"/>
              <a:t>one</a:t>
            </a:r>
            <a:r>
              <a:rPr lang="zh-CN" altLang="en-US" dirty="0" smtClean="0"/>
              <a:t> </a:t>
            </a:r>
            <a:r>
              <a:rPr lang="en-US" altLang="zh-CN" dirty="0" smtClean="0"/>
              <a:t>source</a:t>
            </a:r>
            <a:r>
              <a:rPr lang="zh-CN" altLang="en-US" dirty="0" smtClean="0"/>
              <a:t> </a:t>
            </a:r>
            <a:r>
              <a:rPr lang="en-US" altLang="zh-CN" dirty="0" smtClean="0"/>
              <a:t>set</a:t>
            </a:r>
            <a:r>
              <a:rPr lang="zh-CN" altLang="en-US" dirty="0" smtClean="0"/>
              <a:t> </a:t>
            </a:r>
            <a:r>
              <a:rPr lang="en-US" altLang="zh-CN" dirty="0" smtClean="0"/>
              <a:t>to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target</a:t>
            </a:r>
            <a:r>
              <a:rPr lang="zh-CN" altLang="en-US" dirty="0" smtClean="0"/>
              <a:t> </a:t>
            </a:r>
            <a:r>
              <a:rPr lang="en-US" altLang="zh-CN" dirty="0" smtClean="0"/>
              <a:t>set</a:t>
            </a:r>
          </a:p>
          <a:p>
            <a:r>
              <a:rPr lang="en-US" altLang="zh-CN" dirty="0" smtClean="0"/>
              <a:t>Preliminary</a:t>
            </a:r>
            <a:r>
              <a:rPr lang="zh-CN" altLang="en-US" dirty="0" smtClean="0"/>
              <a:t> </a:t>
            </a:r>
            <a:r>
              <a:rPr lang="en-US" altLang="zh-CN" dirty="0" smtClean="0"/>
              <a:t>results</a:t>
            </a:r>
            <a:r>
              <a:rPr lang="zh-CN" altLang="en-US" dirty="0" smtClean="0"/>
              <a:t> </a:t>
            </a:r>
            <a:r>
              <a:rPr lang="en-US" altLang="zh-CN" dirty="0" smtClean="0"/>
              <a:t>are</a:t>
            </a:r>
            <a:r>
              <a:rPr lang="zh-CN" altLang="en-US" dirty="0" smtClean="0"/>
              <a:t> </a:t>
            </a:r>
            <a:r>
              <a:rPr lang="en-US" altLang="zh-CN" dirty="0" smtClean="0"/>
              <a:t>good</a:t>
            </a:r>
            <a:r>
              <a:rPr lang="zh-CN" altLang="en-US" dirty="0" smtClean="0"/>
              <a:t> </a:t>
            </a:r>
            <a:r>
              <a:rPr lang="en-US" altLang="zh-CN" dirty="0" smtClean="0"/>
              <a:t>and</a:t>
            </a:r>
            <a:r>
              <a:rPr lang="zh-CN" altLang="en-US" dirty="0" smtClean="0"/>
              <a:t> </a:t>
            </a:r>
            <a:r>
              <a:rPr lang="en-US" altLang="zh-CN" dirty="0" smtClean="0"/>
              <a:t>interesting</a:t>
            </a:r>
          </a:p>
          <a:p>
            <a:r>
              <a:rPr lang="en-US" altLang="zh-CN" dirty="0" smtClean="0"/>
              <a:t>Need</a:t>
            </a:r>
            <a:r>
              <a:rPr lang="zh-CN" altLang="en-US" dirty="0" smtClean="0"/>
              <a:t> </a:t>
            </a:r>
            <a:r>
              <a:rPr lang="en-US" altLang="zh-CN" dirty="0" smtClean="0"/>
              <a:t>to</a:t>
            </a:r>
            <a:r>
              <a:rPr lang="zh-CN" altLang="en-US" dirty="0" smtClean="0"/>
              <a:t> </a:t>
            </a:r>
            <a:r>
              <a:rPr lang="en-US" altLang="zh-CN" dirty="0" smtClean="0"/>
              <a:t>clarify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motivation</a:t>
            </a:r>
            <a:r>
              <a:rPr lang="zh-CN" altLang="en-US" dirty="0" smtClean="0"/>
              <a:t> </a:t>
            </a:r>
            <a:r>
              <a:rPr lang="en-US" altLang="zh-CN" dirty="0" smtClean="0"/>
              <a:t>for</a:t>
            </a:r>
            <a:r>
              <a:rPr lang="zh-CN" altLang="en-US" dirty="0" smtClean="0"/>
              <a:t> </a:t>
            </a:r>
            <a:r>
              <a:rPr lang="en-US" altLang="zh-CN" dirty="0" smtClean="0"/>
              <a:t>how</a:t>
            </a:r>
            <a:r>
              <a:rPr lang="zh-CN" altLang="en-US" dirty="0" smtClean="0"/>
              <a:t> </a:t>
            </a:r>
            <a:r>
              <a:rPr lang="en-US" altLang="zh-CN" dirty="0" smtClean="0"/>
              <a:t>to</a:t>
            </a:r>
            <a:r>
              <a:rPr lang="zh-CN" altLang="en-US" dirty="0" smtClean="0"/>
              <a:t> </a:t>
            </a:r>
            <a:r>
              <a:rPr lang="en-US" altLang="zh-CN" dirty="0" smtClean="0"/>
              <a:t>select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set,</a:t>
            </a:r>
            <a:r>
              <a:rPr lang="zh-CN" altLang="en-US" dirty="0" smtClean="0"/>
              <a:t> </a:t>
            </a:r>
            <a:r>
              <a:rPr lang="en-US" altLang="zh-CN" dirty="0" smtClean="0"/>
              <a:t>what’s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interesting</a:t>
            </a:r>
            <a:r>
              <a:rPr lang="zh-CN" altLang="en-US" dirty="0" smtClean="0"/>
              <a:t> </a:t>
            </a:r>
            <a:r>
              <a:rPr lang="en-US" altLang="zh-CN" dirty="0" smtClean="0"/>
              <a:t>discoveries</a:t>
            </a:r>
            <a:r>
              <a:rPr lang="zh-CN" altLang="en-US" dirty="0" smtClean="0"/>
              <a:t> </a:t>
            </a:r>
            <a:r>
              <a:rPr lang="en-US" altLang="zh-CN" dirty="0" smtClean="0"/>
              <a:t>from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set</a:t>
            </a:r>
          </a:p>
          <a:p>
            <a:r>
              <a:rPr lang="en-US" altLang="zh-CN" dirty="0" smtClean="0"/>
              <a:t>Be</a:t>
            </a:r>
            <a:r>
              <a:rPr lang="zh-CN" altLang="en-US" dirty="0" smtClean="0"/>
              <a:t> </a:t>
            </a:r>
            <a:r>
              <a:rPr lang="en-US" altLang="zh-CN" dirty="0" smtClean="0"/>
              <a:t>more</a:t>
            </a:r>
            <a:r>
              <a:rPr lang="zh-CN" altLang="en-US" dirty="0" smtClean="0"/>
              <a:t> </a:t>
            </a:r>
            <a:r>
              <a:rPr lang="en-US" altLang="zh-CN" dirty="0" smtClean="0"/>
              <a:t>clear</a:t>
            </a:r>
            <a:r>
              <a:rPr lang="zh-CN" altLang="en-US" dirty="0" smtClean="0"/>
              <a:t> </a:t>
            </a:r>
            <a:r>
              <a:rPr lang="en-US" altLang="zh-CN" dirty="0" smtClean="0"/>
              <a:t>about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next</a:t>
            </a:r>
            <a:r>
              <a:rPr lang="zh-CN" altLang="en-US" dirty="0" smtClean="0"/>
              <a:t> </a:t>
            </a:r>
            <a:r>
              <a:rPr lang="en-US" altLang="zh-CN" dirty="0" smtClean="0"/>
              <a:t>plan</a:t>
            </a:r>
          </a:p>
        </p:txBody>
      </p:sp>
    </p:spTree>
    <p:extLst>
      <p:ext uri="{BB962C8B-B14F-4D97-AF65-F5344CB8AC3E}">
        <p14:creationId xmlns:p14="http://schemas.microsoft.com/office/powerpoint/2010/main" val="1299374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Private</a:t>
            </a:r>
            <a:r>
              <a:rPr lang="zh-CN" altLang="en-US" dirty="0" smtClean="0"/>
              <a:t> </a:t>
            </a:r>
            <a:r>
              <a:rPr lang="en-US" altLang="zh-CN" dirty="0" smtClean="0"/>
              <a:t>machine</a:t>
            </a:r>
            <a:r>
              <a:rPr lang="zh-CN" altLang="en-US" dirty="0" smtClean="0"/>
              <a:t> </a:t>
            </a:r>
            <a:r>
              <a:rPr lang="en-US" altLang="zh-CN" dirty="0" smtClean="0"/>
              <a:t>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Idea:</a:t>
            </a:r>
            <a:r>
              <a:rPr lang="zh-CN" altLang="en-US" dirty="0" smtClean="0"/>
              <a:t> </a:t>
            </a:r>
            <a:r>
              <a:rPr lang="en-US" altLang="zh-CN" dirty="0" smtClean="0"/>
              <a:t>design</a:t>
            </a:r>
            <a:r>
              <a:rPr lang="zh-CN" altLang="en-US" dirty="0" smtClean="0"/>
              <a:t> </a:t>
            </a:r>
            <a:r>
              <a:rPr lang="en-US" altLang="zh-CN" dirty="0" smtClean="0"/>
              <a:t>a</a:t>
            </a:r>
            <a:r>
              <a:rPr lang="zh-CN" altLang="en-US" dirty="0" smtClean="0"/>
              <a:t> </a:t>
            </a:r>
            <a:r>
              <a:rPr lang="en-US" altLang="zh-CN" dirty="0" smtClean="0"/>
              <a:t>machine</a:t>
            </a:r>
            <a:r>
              <a:rPr lang="zh-CN" altLang="en-US" dirty="0" smtClean="0"/>
              <a:t> </a:t>
            </a:r>
            <a:r>
              <a:rPr lang="en-US" altLang="zh-CN" dirty="0" smtClean="0"/>
              <a:t>learning</a:t>
            </a:r>
            <a:r>
              <a:rPr lang="zh-CN" altLang="en-US" dirty="0" smtClean="0"/>
              <a:t> </a:t>
            </a:r>
            <a:r>
              <a:rPr lang="en-US" altLang="zh-CN" dirty="0" smtClean="0"/>
              <a:t>model</a:t>
            </a:r>
            <a:r>
              <a:rPr lang="zh-CN" altLang="en-US" dirty="0" smtClean="0"/>
              <a:t> </a:t>
            </a:r>
            <a:r>
              <a:rPr lang="en-US" altLang="zh-CN" dirty="0" smtClean="0"/>
              <a:t>to</a:t>
            </a:r>
            <a:r>
              <a:rPr lang="zh-CN" altLang="en-US" dirty="0" smtClean="0"/>
              <a:t> </a:t>
            </a:r>
            <a:r>
              <a:rPr lang="en-US" altLang="zh-CN" dirty="0" smtClean="0"/>
              <a:t>balance</a:t>
            </a:r>
            <a:r>
              <a:rPr lang="zh-CN" altLang="en-US" dirty="0" smtClean="0"/>
              <a:t> </a:t>
            </a:r>
            <a:r>
              <a:rPr lang="en-US" altLang="zh-CN" dirty="0" smtClean="0"/>
              <a:t>privacy</a:t>
            </a:r>
            <a:r>
              <a:rPr lang="zh-CN" altLang="en-US" dirty="0" smtClean="0"/>
              <a:t> </a:t>
            </a:r>
            <a:r>
              <a:rPr lang="en-US" altLang="zh-CN" dirty="0" smtClean="0"/>
              <a:t>and</a:t>
            </a:r>
            <a:r>
              <a:rPr lang="zh-CN" altLang="en-US" dirty="0" smtClean="0"/>
              <a:t> </a:t>
            </a:r>
            <a:r>
              <a:rPr lang="en-US" altLang="zh-CN" dirty="0" smtClean="0"/>
              <a:t>efficiency</a:t>
            </a:r>
          </a:p>
          <a:p>
            <a:r>
              <a:rPr lang="en-US" altLang="zh-CN" dirty="0" smtClean="0"/>
              <a:t>Require</a:t>
            </a:r>
            <a:r>
              <a:rPr lang="zh-CN" altLang="en-US" dirty="0" smtClean="0"/>
              <a:t> </a:t>
            </a:r>
            <a:r>
              <a:rPr lang="en-US" altLang="zh-CN" dirty="0" smtClean="0"/>
              <a:t>certain</a:t>
            </a:r>
            <a:r>
              <a:rPr lang="zh-CN" altLang="en-US" dirty="0" smtClean="0"/>
              <a:t> </a:t>
            </a:r>
            <a:r>
              <a:rPr lang="en-US" altLang="zh-CN" dirty="0" smtClean="0"/>
              <a:t>preliminary</a:t>
            </a:r>
            <a:r>
              <a:rPr lang="zh-CN" altLang="en-US" dirty="0" smtClean="0"/>
              <a:t> </a:t>
            </a:r>
            <a:r>
              <a:rPr lang="en-US" altLang="zh-CN" dirty="0" smtClean="0"/>
              <a:t>results</a:t>
            </a:r>
          </a:p>
          <a:p>
            <a:r>
              <a:rPr lang="en-US" altLang="zh-CN" dirty="0" smtClean="0"/>
              <a:t>Need</a:t>
            </a:r>
            <a:r>
              <a:rPr lang="zh-CN" altLang="en-US" dirty="0" smtClean="0"/>
              <a:t> </a:t>
            </a:r>
            <a:r>
              <a:rPr lang="en-US" altLang="zh-CN" dirty="0" smtClean="0"/>
              <a:t>to</a:t>
            </a:r>
            <a:r>
              <a:rPr lang="zh-CN" altLang="en-US" dirty="0" smtClean="0"/>
              <a:t> </a:t>
            </a:r>
            <a:r>
              <a:rPr lang="en-US" altLang="zh-CN" dirty="0" smtClean="0"/>
              <a:t>claim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novelty</a:t>
            </a:r>
            <a:r>
              <a:rPr lang="zh-CN" altLang="en-US" dirty="0" smtClean="0"/>
              <a:t> </a:t>
            </a:r>
            <a:r>
              <a:rPr lang="en-US" altLang="zh-CN" dirty="0" smtClean="0"/>
              <a:t>and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next</a:t>
            </a:r>
            <a:r>
              <a:rPr lang="zh-CN" altLang="en-US" dirty="0" smtClean="0"/>
              <a:t> </a:t>
            </a:r>
            <a:r>
              <a:rPr lang="en-US" altLang="zh-CN" dirty="0" smtClean="0"/>
              <a:t>step</a:t>
            </a:r>
            <a:r>
              <a:rPr lang="zh-CN" altLang="en-US" dirty="0" smtClean="0"/>
              <a:t> </a:t>
            </a:r>
            <a:r>
              <a:rPr lang="en-US" altLang="zh-CN" dirty="0" smtClean="0"/>
              <a:t>plans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382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Adv</a:t>
            </a:r>
            <a:r>
              <a:rPr lang="zh-CN" altLang="en-US" dirty="0" smtClean="0"/>
              <a:t> </a:t>
            </a:r>
            <a:r>
              <a:rPr lang="en-US" altLang="zh-CN" dirty="0" smtClean="0"/>
              <a:t>examples</a:t>
            </a:r>
            <a:r>
              <a:rPr lang="zh-CN" altLang="en-US" dirty="0" smtClean="0"/>
              <a:t> </a:t>
            </a:r>
            <a:r>
              <a:rPr lang="en-US" altLang="zh-CN" dirty="0" smtClean="0"/>
              <a:t>for</a:t>
            </a:r>
            <a:r>
              <a:rPr lang="zh-CN" altLang="en-US" dirty="0" smtClean="0"/>
              <a:t> </a:t>
            </a:r>
            <a:r>
              <a:rPr lang="en-US" altLang="zh-CN" dirty="0" smtClean="0"/>
              <a:t>3D</a:t>
            </a:r>
            <a:r>
              <a:rPr lang="zh-CN" altLang="en-US" dirty="0" smtClean="0"/>
              <a:t> </a:t>
            </a:r>
            <a:r>
              <a:rPr lang="en-US" altLang="zh-CN" dirty="0" smtClean="0"/>
              <a:t>reconstruction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Idea:</a:t>
            </a:r>
            <a:r>
              <a:rPr lang="zh-CN" altLang="en-US" dirty="0" smtClean="0"/>
              <a:t> </a:t>
            </a:r>
            <a:r>
              <a:rPr lang="en-US" altLang="zh-CN" dirty="0" smtClean="0"/>
              <a:t>generate</a:t>
            </a:r>
            <a:r>
              <a:rPr lang="zh-CN" altLang="en-US" dirty="0" smtClean="0"/>
              <a:t> </a:t>
            </a:r>
            <a:r>
              <a:rPr lang="en-US" altLang="zh-CN" dirty="0" err="1" smtClean="0"/>
              <a:t>adv</a:t>
            </a:r>
            <a:r>
              <a:rPr lang="zh-CN" altLang="en-US" dirty="0" smtClean="0"/>
              <a:t> </a:t>
            </a:r>
            <a:r>
              <a:rPr lang="en-US" altLang="zh-CN" dirty="0" smtClean="0"/>
              <a:t>examples</a:t>
            </a:r>
            <a:r>
              <a:rPr lang="zh-CN" altLang="en-US" dirty="0" smtClean="0"/>
              <a:t> </a:t>
            </a:r>
            <a:r>
              <a:rPr lang="en-US" altLang="zh-CN" dirty="0" smtClean="0"/>
              <a:t>for</a:t>
            </a:r>
            <a:r>
              <a:rPr lang="zh-CN" altLang="en-US" dirty="0" smtClean="0"/>
              <a:t> </a:t>
            </a:r>
            <a:r>
              <a:rPr lang="en-US" altLang="zh-CN" dirty="0" smtClean="0"/>
              <a:t>3D</a:t>
            </a:r>
            <a:r>
              <a:rPr lang="zh-CN" altLang="en-US" dirty="0" smtClean="0"/>
              <a:t> </a:t>
            </a:r>
            <a:r>
              <a:rPr lang="en-US" altLang="zh-CN" dirty="0" smtClean="0"/>
              <a:t>reconstruction</a:t>
            </a:r>
          </a:p>
          <a:p>
            <a:r>
              <a:rPr lang="en-US" altLang="zh-CN" dirty="0" smtClean="0"/>
              <a:t>Require</a:t>
            </a:r>
            <a:r>
              <a:rPr lang="zh-CN" altLang="en-US" dirty="0" smtClean="0"/>
              <a:t> </a:t>
            </a:r>
            <a:r>
              <a:rPr lang="en-US" altLang="zh-CN" dirty="0" smtClean="0"/>
              <a:t>preliminary</a:t>
            </a:r>
            <a:r>
              <a:rPr lang="zh-CN" altLang="en-US" dirty="0" smtClean="0"/>
              <a:t> </a:t>
            </a:r>
            <a:r>
              <a:rPr lang="en-US" altLang="zh-CN" dirty="0" smtClean="0"/>
              <a:t>results</a:t>
            </a:r>
          </a:p>
          <a:p>
            <a:r>
              <a:rPr lang="en-US" altLang="zh-CN" dirty="0" smtClean="0"/>
              <a:t>Future</a:t>
            </a:r>
            <a:r>
              <a:rPr lang="zh-CN" altLang="en-US" dirty="0" smtClean="0"/>
              <a:t> </a:t>
            </a:r>
            <a:r>
              <a:rPr lang="en-US" altLang="zh-CN" dirty="0" smtClean="0"/>
              <a:t>plan:</a:t>
            </a:r>
          </a:p>
          <a:p>
            <a:pPr lvl="1"/>
            <a:r>
              <a:rPr lang="en-US" altLang="zh-CN" dirty="0" smtClean="0"/>
              <a:t>Texture</a:t>
            </a:r>
            <a:r>
              <a:rPr lang="zh-CN" altLang="en-US" dirty="0" smtClean="0"/>
              <a:t> </a:t>
            </a:r>
            <a:r>
              <a:rPr lang="en-US" altLang="zh-CN" dirty="0" smtClean="0"/>
              <a:t>perturbation</a:t>
            </a:r>
          </a:p>
          <a:p>
            <a:pPr lvl="1"/>
            <a:r>
              <a:rPr lang="en-US" altLang="zh-CN" dirty="0" smtClean="0"/>
              <a:t>Shape</a:t>
            </a:r>
            <a:r>
              <a:rPr lang="zh-CN" altLang="en-US" dirty="0" smtClean="0"/>
              <a:t> </a:t>
            </a:r>
            <a:r>
              <a:rPr lang="en-US" altLang="zh-CN" dirty="0" smtClean="0"/>
              <a:t>perturbation</a:t>
            </a:r>
          </a:p>
          <a:p>
            <a:pPr lvl="1"/>
            <a:r>
              <a:rPr lang="en-US" altLang="zh-CN" dirty="0" smtClean="0"/>
              <a:t>Target</a:t>
            </a:r>
            <a:r>
              <a:rPr lang="zh-CN" altLang="en-US" dirty="0" smtClean="0"/>
              <a:t> </a:t>
            </a:r>
            <a:r>
              <a:rPr lang="en-US" altLang="zh-CN" dirty="0" smtClean="0"/>
              <a:t>based</a:t>
            </a:r>
            <a:r>
              <a:rPr lang="zh-CN" altLang="en-US" dirty="0" smtClean="0"/>
              <a:t> </a:t>
            </a:r>
            <a:r>
              <a:rPr lang="en-US" altLang="zh-CN" dirty="0" smtClean="0"/>
              <a:t>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116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Robust</a:t>
            </a:r>
            <a:r>
              <a:rPr lang="zh-CN" altLang="en-US" dirty="0" smtClean="0"/>
              <a:t> </a:t>
            </a:r>
            <a:r>
              <a:rPr lang="en-US" altLang="zh-CN" dirty="0" smtClean="0"/>
              <a:t>automated</a:t>
            </a:r>
            <a:r>
              <a:rPr lang="zh-CN" altLang="en-US" dirty="0" smtClean="0"/>
              <a:t> </a:t>
            </a:r>
            <a:r>
              <a:rPr lang="en-US" altLang="zh-CN" dirty="0" smtClean="0"/>
              <a:t>feature</a:t>
            </a:r>
            <a:r>
              <a:rPr lang="zh-CN" altLang="en-US" dirty="0" smtClean="0"/>
              <a:t> </a:t>
            </a:r>
            <a:r>
              <a:rPr lang="en-US" altLang="zh-CN" dirty="0" smtClean="0"/>
              <a:t>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Idea:</a:t>
            </a:r>
            <a:r>
              <a:rPr lang="zh-CN" altLang="en-US" dirty="0" smtClean="0"/>
              <a:t> </a:t>
            </a:r>
            <a:r>
              <a:rPr lang="en-US" altLang="zh-CN" dirty="0" smtClean="0"/>
              <a:t>robust</a:t>
            </a:r>
            <a:r>
              <a:rPr lang="zh-CN" altLang="en-US" dirty="0" smtClean="0"/>
              <a:t> </a:t>
            </a:r>
            <a:r>
              <a:rPr lang="en-US" altLang="zh-CN" dirty="0" smtClean="0"/>
              <a:t>feature</a:t>
            </a:r>
            <a:r>
              <a:rPr lang="zh-CN" altLang="en-US" dirty="0" smtClean="0"/>
              <a:t> </a:t>
            </a:r>
            <a:r>
              <a:rPr lang="en-US" altLang="zh-CN" dirty="0" smtClean="0"/>
              <a:t>combinatorial</a:t>
            </a:r>
            <a:r>
              <a:rPr lang="zh-CN" altLang="en-US" dirty="0" smtClean="0"/>
              <a:t> </a:t>
            </a:r>
            <a:r>
              <a:rPr lang="en-US" altLang="zh-CN" dirty="0" smtClean="0"/>
              <a:t>optimization</a:t>
            </a:r>
            <a:r>
              <a:rPr lang="zh-CN" altLang="en-US" dirty="0" smtClean="0"/>
              <a:t> </a:t>
            </a:r>
            <a:r>
              <a:rPr lang="en-US" altLang="zh-CN" dirty="0" smtClean="0"/>
              <a:t>for</a:t>
            </a:r>
            <a:r>
              <a:rPr lang="zh-CN" altLang="en-US" dirty="0" smtClean="0"/>
              <a:t> </a:t>
            </a:r>
            <a:r>
              <a:rPr lang="en-US" altLang="zh-CN" dirty="0" err="1" smtClean="0"/>
              <a:t>autoML</a:t>
            </a:r>
            <a:endParaRPr lang="en-US" altLang="zh-CN" dirty="0" smtClean="0"/>
          </a:p>
          <a:p>
            <a:r>
              <a:rPr lang="en-US" altLang="zh-CN" dirty="0" smtClean="0"/>
              <a:t>Require</a:t>
            </a:r>
            <a:r>
              <a:rPr lang="zh-CN" altLang="en-US" dirty="0" smtClean="0"/>
              <a:t> </a:t>
            </a:r>
            <a:r>
              <a:rPr lang="en-US" altLang="zh-CN" dirty="0" smtClean="0"/>
              <a:t>preliminary</a:t>
            </a:r>
            <a:r>
              <a:rPr lang="zh-CN" altLang="en-US" dirty="0" smtClean="0"/>
              <a:t> </a:t>
            </a:r>
            <a:r>
              <a:rPr lang="en-US" altLang="zh-CN" dirty="0" smtClean="0"/>
              <a:t>results</a:t>
            </a:r>
          </a:p>
          <a:p>
            <a:r>
              <a:rPr lang="en-US" altLang="zh-CN" dirty="0" smtClean="0"/>
              <a:t>Future:</a:t>
            </a:r>
          </a:p>
          <a:p>
            <a:pPr lvl="1"/>
            <a:r>
              <a:rPr lang="en-US" altLang="zh-CN" dirty="0" smtClean="0"/>
              <a:t>Incorporate</a:t>
            </a:r>
            <a:r>
              <a:rPr lang="zh-CN" altLang="en-US" dirty="0" smtClean="0"/>
              <a:t> </a:t>
            </a:r>
            <a:r>
              <a:rPr lang="en-US" altLang="zh-CN" dirty="0" smtClean="0"/>
              <a:t>DRL</a:t>
            </a:r>
            <a:r>
              <a:rPr lang="zh-CN" altLang="en-US" dirty="0" smtClean="0"/>
              <a:t> </a:t>
            </a:r>
            <a:r>
              <a:rPr lang="en-US" altLang="zh-CN" dirty="0" smtClean="0"/>
              <a:t>for</a:t>
            </a:r>
            <a:r>
              <a:rPr lang="zh-CN" altLang="en-US" dirty="0" smtClean="0"/>
              <a:t> </a:t>
            </a:r>
            <a:r>
              <a:rPr lang="en-US" altLang="zh-CN" dirty="0" smtClean="0"/>
              <a:t>improvement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638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Robust</a:t>
            </a:r>
            <a:r>
              <a:rPr lang="zh-CN" altLang="en-US" dirty="0" smtClean="0"/>
              <a:t> </a:t>
            </a:r>
            <a:r>
              <a:rPr lang="en-US" altLang="zh-CN" dirty="0" smtClean="0"/>
              <a:t>Imitation</a:t>
            </a:r>
            <a:r>
              <a:rPr lang="zh-CN" altLang="en-US" dirty="0" smtClean="0"/>
              <a:t> </a:t>
            </a:r>
            <a:r>
              <a:rPr lang="en-US" altLang="zh-CN" dirty="0" smtClean="0"/>
              <a:t>learning</a:t>
            </a:r>
            <a:r>
              <a:rPr lang="zh-CN" altLang="en-US" dirty="0" smtClean="0"/>
              <a:t> </a:t>
            </a:r>
            <a:r>
              <a:rPr lang="en-US" altLang="zh-CN" dirty="0" smtClean="0"/>
              <a:t>from</a:t>
            </a:r>
            <a:r>
              <a:rPr lang="zh-CN" altLang="en-US" dirty="0" smtClean="0"/>
              <a:t> </a:t>
            </a:r>
            <a:r>
              <a:rPr lang="en-US" altLang="zh-CN" dirty="0" smtClean="0"/>
              <a:t>observation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Idea:</a:t>
            </a:r>
            <a:r>
              <a:rPr lang="zh-CN" altLang="en-US" dirty="0" smtClean="0"/>
              <a:t> </a:t>
            </a:r>
            <a:r>
              <a:rPr lang="en-US" altLang="zh-CN" dirty="0" smtClean="0"/>
              <a:t>add</a:t>
            </a:r>
            <a:r>
              <a:rPr lang="zh-CN" altLang="en-US" dirty="0" smtClean="0"/>
              <a:t> </a:t>
            </a:r>
            <a:r>
              <a:rPr lang="en-US" altLang="zh-CN" dirty="0" smtClean="0"/>
              <a:t>an</a:t>
            </a:r>
            <a:r>
              <a:rPr lang="zh-CN" altLang="en-US" dirty="0" smtClean="0"/>
              <a:t> </a:t>
            </a:r>
            <a:r>
              <a:rPr lang="en-US" altLang="zh-CN" dirty="0" smtClean="0"/>
              <a:t>adversarial</a:t>
            </a:r>
            <a:r>
              <a:rPr lang="zh-CN" altLang="en-US" dirty="0" smtClean="0"/>
              <a:t> </a:t>
            </a:r>
            <a:r>
              <a:rPr lang="en-US" altLang="zh-CN" dirty="0" smtClean="0"/>
              <a:t>agent</a:t>
            </a:r>
            <a:r>
              <a:rPr lang="zh-CN" altLang="en-US" dirty="0" smtClean="0"/>
              <a:t> </a:t>
            </a:r>
            <a:r>
              <a:rPr lang="en-US" altLang="zh-CN" dirty="0" smtClean="0"/>
              <a:t>during</a:t>
            </a:r>
            <a:r>
              <a:rPr lang="zh-CN" altLang="en-US" dirty="0" smtClean="0"/>
              <a:t> </a:t>
            </a:r>
            <a:r>
              <a:rPr lang="en-US" altLang="zh-CN" dirty="0" smtClean="0"/>
              <a:t>training</a:t>
            </a:r>
            <a:r>
              <a:rPr lang="zh-CN" altLang="en-US" dirty="0" smtClean="0"/>
              <a:t> </a:t>
            </a:r>
            <a:r>
              <a:rPr lang="en-US" altLang="zh-CN" dirty="0" smtClean="0"/>
              <a:t>to</a:t>
            </a:r>
            <a:r>
              <a:rPr lang="zh-CN" altLang="en-US" dirty="0" smtClean="0"/>
              <a:t> </a:t>
            </a:r>
            <a:r>
              <a:rPr lang="en-US" altLang="zh-CN" dirty="0" smtClean="0"/>
              <a:t>improve</a:t>
            </a:r>
            <a:r>
              <a:rPr lang="zh-CN" altLang="en-US" dirty="0" smtClean="0"/>
              <a:t> </a:t>
            </a:r>
            <a:r>
              <a:rPr lang="en-US" altLang="zh-CN" dirty="0" smtClean="0"/>
              <a:t>robustness</a:t>
            </a:r>
          </a:p>
          <a:p>
            <a:r>
              <a:rPr lang="en-US" altLang="zh-CN" dirty="0" smtClean="0"/>
              <a:t>Good</a:t>
            </a:r>
            <a:r>
              <a:rPr lang="zh-CN" altLang="en-US" dirty="0" smtClean="0"/>
              <a:t> </a:t>
            </a:r>
            <a:r>
              <a:rPr lang="en-US" altLang="zh-CN" dirty="0" smtClean="0"/>
              <a:t>to</a:t>
            </a:r>
            <a:r>
              <a:rPr lang="zh-CN" altLang="en-US" dirty="0" smtClean="0"/>
              <a:t> </a:t>
            </a:r>
            <a:r>
              <a:rPr lang="en-US" altLang="zh-CN" dirty="0" smtClean="0"/>
              <a:t>have</a:t>
            </a:r>
            <a:r>
              <a:rPr lang="zh-CN" altLang="en-US" dirty="0" smtClean="0"/>
              <a:t> </a:t>
            </a:r>
            <a:r>
              <a:rPr lang="en-US" altLang="zh-CN" dirty="0" smtClean="0"/>
              <a:t>algorithm</a:t>
            </a:r>
            <a:r>
              <a:rPr lang="zh-CN" altLang="en-US" dirty="0" smtClean="0"/>
              <a:t> </a:t>
            </a:r>
            <a:r>
              <a:rPr lang="en-US" altLang="zh-CN" dirty="0" smtClean="0"/>
              <a:t>here</a:t>
            </a:r>
          </a:p>
          <a:p>
            <a:r>
              <a:rPr lang="en-US" altLang="zh-CN" dirty="0" smtClean="0"/>
              <a:t>Require</a:t>
            </a:r>
            <a:r>
              <a:rPr lang="zh-CN" altLang="en-US" dirty="0" smtClean="0"/>
              <a:t> </a:t>
            </a:r>
            <a:r>
              <a:rPr lang="en-US" altLang="zh-CN" dirty="0" smtClean="0"/>
              <a:t>some</a:t>
            </a:r>
            <a:r>
              <a:rPr lang="zh-CN" altLang="en-US" dirty="0" smtClean="0"/>
              <a:t> </a:t>
            </a:r>
            <a:r>
              <a:rPr lang="en-US" altLang="zh-CN" dirty="0" smtClean="0"/>
              <a:t>description</a:t>
            </a:r>
            <a:r>
              <a:rPr lang="zh-CN" altLang="en-US" dirty="0" smtClean="0"/>
              <a:t> </a:t>
            </a:r>
            <a:r>
              <a:rPr lang="en-US" altLang="zh-CN" dirty="0" smtClean="0"/>
              <a:t>about</a:t>
            </a:r>
            <a:r>
              <a:rPr lang="zh-CN" altLang="en-US" dirty="0" smtClean="0"/>
              <a:t> </a:t>
            </a:r>
            <a:r>
              <a:rPr lang="en-US" altLang="zh-CN" dirty="0" smtClean="0"/>
              <a:t>what</a:t>
            </a:r>
            <a:r>
              <a:rPr lang="zh-CN" altLang="en-US" dirty="0" smtClean="0"/>
              <a:t> </a:t>
            </a:r>
            <a:r>
              <a:rPr lang="en-US" altLang="zh-CN" dirty="0" smtClean="0"/>
              <a:t>data</a:t>
            </a:r>
            <a:r>
              <a:rPr lang="zh-CN" altLang="en-US" dirty="0" smtClean="0"/>
              <a:t> </a:t>
            </a:r>
            <a:r>
              <a:rPr lang="en-US" altLang="zh-CN" dirty="0" smtClean="0"/>
              <a:t>you</a:t>
            </a:r>
            <a:r>
              <a:rPr lang="zh-CN" altLang="en-US" dirty="0" smtClean="0"/>
              <a:t> </a:t>
            </a:r>
            <a:r>
              <a:rPr lang="en-US" altLang="zh-CN" dirty="0" smtClean="0"/>
              <a:t>plan</a:t>
            </a:r>
            <a:r>
              <a:rPr lang="zh-CN" altLang="en-US" dirty="0" smtClean="0"/>
              <a:t> </a:t>
            </a:r>
            <a:r>
              <a:rPr lang="en-US" altLang="zh-CN" dirty="0" smtClean="0"/>
              <a:t>to</a:t>
            </a:r>
            <a:r>
              <a:rPr lang="zh-CN" altLang="en-US" dirty="0" smtClean="0"/>
              <a:t> </a:t>
            </a:r>
            <a:r>
              <a:rPr lang="en-US" altLang="zh-CN" dirty="0" smtClean="0"/>
              <a:t>use</a:t>
            </a:r>
            <a:r>
              <a:rPr lang="zh-CN" altLang="en-US" dirty="0" smtClean="0"/>
              <a:t> </a:t>
            </a:r>
            <a:r>
              <a:rPr lang="en-US" altLang="zh-CN" dirty="0" smtClean="0"/>
              <a:t>and</a:t>
            </a:r>
            <a:r>
              <a:rPr lang="zh-CN" altLang="en-US" dirty="0" smtClean="0"/>
              <a:t> </a:t>
            </a:r>
            <a:r>
              <a:rPr lang="en-US" altLang="zh-CN" dirty="0" smtClean="0"/>
              <a:t>some</a:t>
            </a:r>
            <a:r>
              <a:rPr lang="zh-CN" altLang="en-US" dirty="0" smtClean="0"/>
              <a:t> </a:t>
            </a:r>
            <a:r>
              <a:rPr lang="en-US" altLang="zh-CN" dirty="0" smtClean="0"/>
              <a:t>preliminary</a:t>
            </a:r>
            <a:r>
              <a:rPr lang="zh-CN" altLang="en-US" dirty="0" smtClean="0"/>
              <a:t> </a:t>
            </a:r>
            <a:r>
              <a:rPr lang="en-US" altLang="zh-CN" dirty="0" smtClean="0"/>
              <a:t>results</a:t>
            </a:r>
          </a:p>
          <a:p>
            <a:r>
              <a:rPr lang="en-US" altLang="zh-CN" dirty="0" smtClean="0"/>
              <a:t>Future</a:t>
            </a:r>
            <a:r>
              <a:rPr lang="zh-CN" altLang="en-US" dirty="0" smtClean="0"/>
              <a:t> </a:t>
            </a:r>
            <a:r>
              <a:rPr lang="en-US" altLang="zh-CN" dirty="0" smtClean="0"/>
              <a:t>work</a:t>
            </a:r>
            <a:r>
              <a:rPr lang="zh-CN" altLang="en-US" dirty="0" smtClean="0"/>
              <a:t> </a:t>
            </a:r>
            <a:r>
              <a:rPr lang="en-US" altLang="zh-CN" dirty="0" smtClean="0"/>
              <a:t>is</a:t>
            </a:r>
            <a:r>
              <a:rPr lang="zh-CN" altLang="en-US" dirty="0" smtClean="0"/>
              <a:t> </a:t>
            </a:r>
            <a:r>
              <a:rPr lang="en-US" altLang="zh-CN" dirty="0" smtClean="0"/>
              <a:t>clear</a:t>
            </a:r>
          </a:p>
          <a:p>
            <a:r>
              <a:rPr lang="en-US" altLang="zh-CN" dirty="0" smtClean="0"/>
              <a:t>Pay</a:t>
            </a:r>
            <a:r>
              <a:rPr lang="zh-CN" altLang="en-US" dirty="0" smtClean="0"/>
              <a:t> </a:t>
            </a:r>
            <a:r>
              <a:rPr lang="en-US" altLang="zh-CN" dirty="0" smtClean="0"/>
              <a:t>attention</a:t>
            </a:r>
            <a:r>
              <a:rPr lang="zh-CN" altLang="en-US" dirty="0" smtClean="0"/>
              <a:t> </a:t>
            </a:r>
            <a:r>
              <a:rPr lang="en-US" altLang="zh-CN" dirty="0" smtClean="0"/>
              <a:t>to</a:t>
            </a:r>
            <a:r>
              <a:rPr lang="zh-CN" altLang="en-US" dirty="0" smtClean="0"/>
              <a:t> </a:t>
            </a:r>
            <a:r>
              <a:rPr lang="en-US" altLang="zh-CN" dirty="0" smtClean="0"/>
              <a:t>compare</a:t>
            </a:r>
            <a:r>
              <a:rPr lang="zh-CN" altLang="en-US" dirty="0" smtClean="0"/>
              <a:t> </a:t>
            </a:r>
            <a:r>
              <a:rPr lang="en-US" altLang="zh-CN" dirty="0" smtClean="0"/>
              <a:t>and</a:t>
            </a:r>
            <a:r>
              <a:rPr lang="zh-CN" altLang="en-US" dirty="0" smtClean="0"/>
              <a:t> </a:t>
            </a:r>
            <a:r>
              <a:rPr lang="en-US" altLang="zh-CN" dirty="0" smtClean="0"/>
              <a:t>claim</a:t>
            </a:r>
            <a:r>
              <a:rPr lang="zh-CN" altLang="en-US" dirty="0" smtClean="0"/>
              <a:t> </a:t>
            </a:r>
            <a:r>
              <a:rPr lang="en-US" altLang="zh-CN" dirty="0" smtClean="0"/>
              <a:t>novelty</a:t>
            </a:r>
            <a:r>
              <a:rPr lang="zh-CN" altLang="en-US" dirty="0" smtClean="0"/>
              <a:t> </a:t>
            </a:r>
            <a:r>
              <a:rPr lang="en-US" altLang="zh-CN" dirty="0" smtClean="0"/>
              <a:t>compared</a:t>
            </a:r>
            <a:r>
              <a:rPr lang="zh-CN" altLang="en-US" dirty="0" smtClean="0"/>
              <a:t> </a:t>
            </a:r>
            <a:r>
              <a:rPr lang="en-US" altLang="zh-CN" dirty="0" smtClean="0"/>
              <a:t>with</a:t>
            </a:r>
            <a:r>
              <a:rPr lang="zh-CN" altLang="en-US" dirty="0" smtClean="0"/>
              <a:t> </a:t>
            </a:r>
            <a:r>
              <a:rPr lang="en-US" altLang="zh-CN" dirty="0" smtClean="0"/>
              <a:t>RARL/GAIL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804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Task</a:t>
            </a:r>
            <a:r>
              <a:rPr lang="zh-CN" altLang="en-US" dirty="0" smtClean="0"/>
              <a:t> </a:t>
            </a:r>
            <a:r>
              <a:rPr lang="en-US" altLang="zh-CN" dirty="0" smtClean="0"/>
              <a:t>adversarial</a:t>
            </a:r>
            <a:r>
              <a:rPr lang="zh-CN" altLang="en-US" dirty="0" smtClean="0"/>
              <a:t> </a:t>
            </a:r>
            <a:r>
              <a:rPr lang="en-US" altLang="zh-CN" dirty="0" smtClean="0"/>
              <a:t>network</a:t>
            </a:r>
            <a:r>
              <a:rPr lang="zh-CN" altLang="en-US" dirty="0" smtClean="0"/>
              <a:t> </a:t>
            </a:r>
            <a:r>
              <a:rPr lang="en-US" altLang="zh-CN" dirty="0" smtClean="0"/>
              <a:t>embedding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Idea:</a:t>
            </a:r>
            <a:r>
              <a:rPr lang="zh-CN" altLang="en-US" dirty="0" smtClean="0"/>
              <a:t> </a:t>
            </a:r>
            <a:r>
              <a:rPr lang="en-US" altLang="zh-CN" dirty="0" smtClean="0"/>
              <a:t>investigate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attack</a:t>
            </a:r>
            <a:r>
              <a:rPr lang="zh-CN" altLang="en-US" dirty="0" smtClean="0"/>
              <a:t> </a:t>
            </a:r>
            <a:r>
              <a:rPr lang="en-US" altLang="zh-CN" dirty="0" smtClean="0"/>
              <a:t>transferability</a:t>
            </a:r>
            <a:r>
              <a:rPr lang="zh-CN" altLang="en-US" dirty="0" smtClean="0"/>
              <a:t> </a:t>
            </a:r>
            <a:r>
              <a:rPr lang="en-US" altLang="zh-CN" dirty="0" smtClean="0"/>
              <a:t>among</a:t>
            </a:r>
            <a:r>
              <a:rPr lang="zh-CN" altLang="en-US" dirty="0" smtClean="0"/>
              <a:t> </a:t>
            </a:r>
            <a:r>
              <a:rPr lang="en-US" altLang="zh-CN" dirty="0" smtClean="0"/>
              <a:t>tasks/networks</a:t>
            </a:r>
          </a:p>
          <a:p>
            <a:r>
              <a:rPr lang="en-US" altLang="zh-CN" dirty="0" smtClean="0"/>
              <a:t>Similarly,</a:t>
            </a:r>
            <a:r>
              <a:rPr lang="zh-CN" altLang="en-US" dirty="0" smtClean="0"/>
              <a:t> </a:t>
            </a:r>
            <a:r>
              <a:rPr lang="en-US" altLang="zh-CN" dirty="0" smtClean="0"/>
              <a:t>require</a:t>
            </a:r>
            <a:r>
              <a:rPr lang="zh-CN" altLang="en-US" dirty="0" smtClean="0"/>
              <a:t> </a:t>
            </a:r>
            <a:r>
              <a:rPr lang="en-US" altLang="zh-CN" dirty="0" smtClean="0"/>
              <a:t>preliminary</a:t>
            </a:r>
            <a:r>
              <a:rPr lang="zh-CN" altLang="en-US" dirty="0" smtClean="0"/>
              <a:t> </a:t>
            </a:r>
            <a:r>
              <a:rPr lang="en-US" altLang="zh-CN" dirty="0" smtClean="0"/>
              <a:t>results,</a:t>
            </a:r>
            <a:r>
              <a:rPr lang="zh-CN" altLang="en-US" dirty="0" smtClean="0"/>
              <a:t> </a:t>
            </a:r>
            <a:r>
              <a:rPr lang="en-US" altLang="zh-CN" dirty="0" smtClean="0"/>
              <a:t>either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theoretical</a:t>
            </a:r>
            <a:r>
              <a:rPr lang="zh-CN" altLang="en-US" dirty="0" smtClean="0"/>
              <a:t> </a:t>
            </a:r>
            <a:r>
              <a:rPr lang="en-US" altLang="zh-CN" dirty="0" smtClean="0"/>
              <a:t>or</a:t>
            </a:r>
            <a:r>
              <a:rPr lang="zh-CN" altLang="en-US" dirty="0" smtClean="0"/>
              <a:t> </a:t>
            </a:r>
            <a:r>
              <a:rPr lang="en-US" altLang="zh-CN" dirty="0" smtClean="0"/>
              <a:t>empirical</a:t>
            </a:r>
          </a:p>
          <a:p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future</a:t>
            </a:r>
            <a:r>
              <a:rPr lang="zh-CN" altLang="en-US" dirty="0" smtClean="0"/>
              <a:t> </a:t>
            </a:r>
            <a:r>
              <a:rPr lang="en-US" altLang="zh-CN" dirty="0" smtClean="0"/>
              <a:t>steps</a:t>
            </a:r>
            <a:r>
              <a:rPr lang="zh-CN" altLang="en-US" dirty="0" smtClean="0"/>
              <a:t> </a:t>
            </a:r>
            <a:r>
              <a:rPr lang="en-US" altLang="zh-CN" dirty="0" smtClean="0"/>
              <a:t>are</a:t>
            </a:r>
            <a:r>
              <a:rPr lang="zh-CN" altLang="en-US" dirty="0" smtClean="0"/>
              <a:t> </a:t>
            </a:r>
            <a:r>
              <a:rPr lang="en-US" altLang="zh-CN" dirty="0" smtClean="0"/>
              <a:t>ambitious.</a:t>
            </a:r>
            <a:r>
              <a:rPr lang="zh-CN" altLang="en-US" dirty="0" smtClean="0"/>
              <a:t> </a:t>
            </a:r>
            <a:r>
              <a:rPr lang="en-US" altLang="zh-CN" dirty="0" smtClean="0"/>
              <a:t>Be</a:t>
            </a:r>
            <a:r>
              <a:rPr lang="zh-CN" altLang="en-US" dirty="0" smtClean="0"/>
              <a:t> </a:t>
            </a:r>
            <a:r>
              <a:rPr lang="en-US" altLang="zh-CN" dirty="0" smtClean="0"/>
              <a:t>sure</a:t>
            </a:r>
            <a:r>
              <a:rPr lang="zh-CN" altLang="en-US" dirty="0" smtClean="0"/>
              <a:t> </a:t>
            </a:r>
            <a:r>
              <a:rPr lang="en-US" altLang="zh-CN" dirty="0" smtClean="0"/>
              <a:t>to</a:t>
            </a:r>
            <a:r>
              <a:rPr lang="zh-CN" altLang="en-US" dirty="0" smtClean="0"/>
              <a:t> </a:t>
            </a:r>
            <a:r>
              <a:rPr lang="en-US" altLang="zh-CN" dirty="0" smtClean="0"/>
              <a:t>focus</a:t>
            </a:r>
          </a:p>
          <a:p>
            <a:endParaRPr lang="en-US" altLang="zh-CN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860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Adversarial</a:t>
            </a:r>
            <a:r>
              <a:rPr lang="zh-CN" altLang="en-US" dirty="0" smtClean="0"/>
              <a:t> </a:t>
            </a:r>
            <a:r>
              <a:rPr lang="en-US" altLang="zh-CN" dirty="0" smtClean="0"/>
              <a:t>learning</a:t>
            </a:r>
            <a:r>
              <a:rPr lang="zh-CN" altLang="en-US" dirty="0" smtClean="0"/>
              <a:t> </a:t>
            </a:r>
            <a:r>
              <a:rPr lang="en-US" altLang="zh-CN" dirty="0" smtClean="0"/>
              <a:t>for</a:t>
            </a:r>
            <a:r>
              <a:rPr lang="zh-CN" altLang="en-US" dirty="0" smtClean="0"/>
              <a:t> </a:t>
            </a:r>
            <a:r>
              <a:rPr lang="en-US" altLang="zh-CN" dirty="0" smtClean="0"/>
              <a:t>speech</a:t>
            </a:r>
            <a:r>
              <a:rPr lang="zh-CN" altLang="en-US" dirty="0" smtClean="0"/>
              <a:t> </a:t>
            </a:r>
            <a:r>
              <a:rPr lang="en-US" altLang="zh-CN" dirty="0" err="1" smtClean="0"/>
              <a:t>denoising</a:t>
            </a:r>
            <a:r>
              <a:rPr lang="zh-CN" altLang="en-US" dirty="0" smtClean="0"/>
              <a:t> </a:t>
            </a:r>
            <a:r>
              <a:rPr lang="en-US" altLang="zh-CN" dirty="0" smtClean="0"/>
              <a:t>with</a:t>
            </a:r>
            <a:r>
              <a:rPr lang="zh-CN" altLang="en-US" dirty="0" smtClean="0"/>
              <a:t> </a:t>
            </a:r>
            <a:r>
              <a:rPr lang="en-US" altLang="zh-CN" dirty="0" smtClean="0"/>
              <a:t>reverberation</a:t>
            </a:r>
            <a:r>
              <a:rPr lang="zh-CN" alt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Idea:</a:t>
            </a:r>
            <a:r>
              <a:rPr lang="zh-CN" altLang="en-US" dirty="0" smtClean="0"/>
              <a:t> </a:t>
            </a:r>
            <a:r>
              <a:rPr lang="en-US" altLang="zh-CN" dirty="0" smtClean="0"/>
              <a:t>leverage</a:t>
            </a:r>
            <a:r>
              <a:rPr lang="zh-CN" altLang="en-US" dirty="0" smtClean="0"/>
              <a:t> </a:t>
            </a:r>
            <a:r>
              <a:rPr lang="en-US" altLang="zh-CN" dirty="0" smtClean="0"/>
              <a:t>reverberation</a:t>
            </a:r>
            <a:r>
              <a:rPr lang="zh-CN" altLang="en-US" dirty="0" smtClean="0"/>
              <a:t>  </a:t>
            </a:r>
            <a:r>
              <a:rPr lang="en-US" altLang="zh-CN" dirty="0" smtClean="0"/>
              <a:t>to</a:t>
            </a:r>
            <a:r>
              <a:rPr lang="zh-CN" altLang="en-US" dirty="0" smtClean="0"/>
              <a:t> </a:t>
            </a:r>
            <a:r>
              <a:rPr lang="en-US" altLang="zh-CN" dirty="0" smtClean="0"/>
              <a:t>perform</a:t>
            </a:r>
            <a:r>
              <a:rPr lang="zh-CN" altLang="en-US" dirty="0" smtClean="0"/>
              <a:t> </a:t>
            </a:r>
            <a:r>
              <a:rPr lang="en-US" altLang="zh-CN" dirty="0" smtClean="0"/>
              <a:t>speech</a:t>
            </a:r>
            <a:r>
              <a:rPr lang="zh-CN" altLang="en-US" dirty="0" smtClean="0"/>
              <a:t> </a:t>
            </a:r>
            <a:r>
              <a:rPr lang="en-US" altLang="zh-CN" dirty="0" err="1" smtClean="0"/>
              <a:t>denoise</a:t>
            </a:r>
            <a:endParaRPr lang="en-US" altLang="zh-CN" dirty="0" smtClean="0"/>
          </a:p>
          <a:p>
            <a:r>
              <a:rPr lang="en-US" altLang="zh-CN" dirty="0" smtClean="0"/>
              <a:t>Preliminary</a:t>
            </a:r>
            <a:r>
              <a:rPr lang="zh-CN" altLang="en-US" dirty="0" smtClean="0"/>
              <a:t> </a:t>
            </a:r>
            <a:r>
              <a:rPr lang="en-US" altLang="zh-CN" dirty="0" smtClean="0"/>
              <a:t>results</a:t>
            </a:r>
            <a:r>
              <a:rPr lang="zh-CN" altLang="en-US" dirty="0" smtClean="0"/>
              <a:t> </a:t>
            </a:r>
            <a:r>
              <a:rPr lang="en-US" altLang="zh-CN" dirty="0" smtClean="0"/>
              <a:t>are</a:t>
            </a:r>
            <a:r>
              <a:rPr lang="zh-CN" altLang="en-US" dirty="0" smtClean="0"/>
              <a:t> </a:t>
            </a:r>
            <a:r>
              <a:rPr lang="en-US" altLang="zh-CN" dirty="0" smtClean="0"/>
              <a:t>good</a:t>
            </a:r>
          </a:p>
          <a:p>
            <a:r>
              <a:rPr lang="en-US" altLang="zh-CN" dirty="0" smtClean="0"/>
              <a:t>Need</a:t>
            </a:r>
            <a:r>
              <a:rPr lang="zh-CN" altLang="en-US" dirty="0" smtClean="0"/>
              <a:t> </a:t>
            </a:r>
            <a:r>
              <a:rPr lang="en-US" altLang="zh-CN" dirty="0" smtClean="0"/>
              <a:t>to</a:t>
            </a:r>
            <a:r>
              <a:rPr lang="zh-CN" altLang="en-US" dirty="0" smtClean="0"/>
              <a:t> </a:t>
            </a:r>
            <a:r>
              <a:rPr lang="en-US" altLang="zh-CN" dirty="0" smtClean="0"/>
              <a:t>clarify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related</a:t>
            </a:r>
            <a:r>
              <a:rPr lang="zh-CN" altLang="en-US" dirty="0" smtClean="0"/>
              <a:t> </a:t>
            </a:r>
            <a:r>
              <a:rPr lang="en-US" altLang="zh-CN" dirty="0" smtClean="0"/>
              <a:t>work</a:t>
            </a:r>
            <a:r>
              <a:rPr lang="zh-CN" altLang="en-US" dirty="0" smtClean="0"/>
              <a:t> </a:t>
            </a:r>
            <a:r>
              <a:rPr lang="en-US" altLang="zh-CN" dirty="0" smtClean="0"/>
              <a:t>and</a:t>
            </a:r>
            <a:r>
              <a:rPr lang="zh-CN" altLang="en-US" dirty="0" smtClean="0"/>
              <a:t> </a:t>
            </a:r>
            <a:r>
              <a:rPr lang="en-US" altLang="zh-CN" dirty="0" smtClean="0"/>
              <a:t>claim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novelty</a:t>
            </a:r>
            <a:r>
              <a:rPr lang="zh-CN" altLang="en-US" dirty="0" smtClean="0"/>
              <a:t> </a:t>
            </a:r>
            <a:endParaRPr lang="en-US" altLang="zh-CN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714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F</a:t>
            </a:r>
            <a:r>
              <a:rPr lang="en-US" altLang="zh-CN" dirty="0" err="1" smtClean="0"/>
              <a:t>airNet</a:t>
            </a:r>
            <a:r>
              <a:rPr lang="en-US" altLang="zh-CN" dirty="0" smtClean="0"/>
              <a:t>:</a:t>
            </a:r>
            <a:r>
              <a:rPr lang="zh-CN" altLang="en-US" dirty="0" smtClean="0"/>
              <a:t> </a:t>
            </a:r>
            <a:r>
              <a:rPr lang="en-US" altLang="zh-CN" dirty="0" err="1" smtClean="0"/>
              <a:t>debiasing</a:t>
            </a:r>
            <a:r>
              <a:rPr lang="zh-CN" altLang="en-US" dirty="0" smtClean="0"/>
              <a:t> </a:t>
            </a:r>
            <a:r>
              <a:rPr lang="en-US" altLang="zh-CN" dirty="0" smtClean="0"/>
              <a:t>graph</a:t>
            </a:r>
            <a:r>
              <a:rPr lang="zh-CN" altLang="en-US" dirty="0" smtClean="0"/>
              <a:t> </a:t>
            </a:r>
            <a:r>
              <a:rPr lang="en-US" altLang="zh-CN" dirty="0" smtClean="0"/>
              <a:t>generative</a:t>
            </a:r>
            <a:r>
              <a:rPr lang="zh-CN" altLang="en-US" dirty="0" smtClean="0"/>
              <a:t> </a:t>
            </a:r>
            <a:r>
              <a:rPr lang="en-US" altLang="zh-CN" dirty="0" smtClean="0"/>
              <a:t>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Idea:</a:t>
            </a:r>
            <a:r>
              <a:rPr lang="zh-CN" altLang="en-US" dirty="0" smtClean="0"/>
              <a:t> </a:t>
            </a:r>
            <a:r>
              <a:rPr lang="en-US" altLang="zh-CN" dirty="0" smtClean="0"/>
              <a:t>graph</a:t>
            </a:r>
            <a:r>
              <a:rPr lang="zh-CN" altLang="en-US" dirty="0" smtClean="0"/>
              <a:t> </a:t>
            </a:r>
            <a:r>
              <a:rPr lang="en-US" altLang="zh-CN" dirty="0" smtClean="0"/>
              <a:t>generative</a:t>
            </a:r>
            <a:r>
              <a:rPr lang="zh-CN" altLang="en-US" dirty="0" smtClean="0"/>
              <a:t> </a:t>
            </a:r>
            <a:r>
              <a:rPr lang="en-US" altLang="zh-CN" dirty="0" smtClean="0"/>
              <a:t>model</a:t>
            </a:r>
            <a:r>
              <a:rPr lang="zh-CN" altLang="en-US" dirty="0" smtClean="0"/>
              <a:t> </a:t>
            </a:r>
            <a:r>
              <a:rPr lang="en-US" altLang="zh-CN" dirty="0" smtClean="0"/>
              <a:t>which</a:t>
            </a:r>
            <a:r>
              <a:rPr lang="zh-CN" altLang="en-US" dirty="0" smtClean="0"/>
              <a:t> </a:t>
            </a:r>
            <a:r>
              <a:rPr lang="en-US" altLang="zh-CN" dirty="0" smtClean="0"/>
              <a:t>can</a:t>
            </a:r>
            <a:r>
              <a:rPr lang="zh-CN" altLang="en-US" dirty="0" smtClean="0"/>
              <a:t> </a:t>
            </a:r>
            <a:r>
              <a:rPr lang="en-US" altLang="zh-CN" dirty="0" err="1" smtClean="0"/>
              <a:t>debias</a:t>
            </a:r>
            <a:r>
              <a:rPr lang="zh-CN" altLang="en-US" dirty="0" smtClean="0"/>
              <a:t> </a:t>
            </a:r>
            <a:r>
              <a:rPr lang="en-US" altLang="zh-CN" dirty="0" smtClean="0"/>
              <a:t>via</a:t>
            </a:r>
            <a:r>
              <a:rPr lang="zh-CN" altLang="en-US" dirty="0" smtClean="0"/>
              <a:t> </a:t>
            </a:r>
            <a:r>
              <a:rPr lang="en-US" altLang="zh-CN" dirty="0" smtClean="0"/>
              <a:t>labeling</a:t>
            </a:r>
            <a:r>
              <a:rPr lang="zh-CN" altLang="en-US" dirty="0" smtClean="0"/>
              <a:t> </a:t>
            </a:r>
            <a:r>
              <a:rPr lang="en-US" altLang="zh-CN" dirty="0" smtClean="0"/>
              <a:t>oracle</a:t>
            </a:r>
            <a:r>
              <a:rPr lang="zh-CN" altLang="en-US" dirty="0" smtClean="0"/>
              <a:t> </a:t>
            </a:r>
            <a:r>
              <a:rPr lang="en-US" altLang="zh-CN" dirty="0" smtClean="0"/>
              <a:t>and</a:t>
            </a:r>
            <a:r>
              <a:rPr lang="zh-CN" altLang="en-US" dirty="0" smtClean="0"/>
              <a:t> </a:t>
            </a:r>
            <a:r>
              <a:rPr lang="en-US" altLang="zh-CN" dirty="0" smtClean="0"/>
              <a:t>prior</a:t>
            </a:r>
            <a:r>
              <a:rPr lang="zh-CN" altLang="en-US" dirty="0" smtClean="0"/>
              <a:t> </a:t>
            </a:r>
            <a:r>
              <a:rPr lang="en-US" altLang="zh-CN" dirty="0" smtClean="0"/>
              <a:t>knowledge</a:t>
            </a:r>
          </a:p>
          <a:p>
            <a:r>
              <a:rPr lang="en-US" altLang="zh-CN" dirty="0" smtClean="0"/>
              <a:t>Proposed</a:t>
            </a:r>
            <a:r>
              <a:rPr lang="zh-CN" altLang="en-US" dirty="0" smtClean="0"/>
              <a:t> </a:t>
            </a:r>
            <a:r>
              <a:rPr lang="en-US" altLang="zh-CN" dirty="0" smtClean="0"/>
              <a:t>method</a:t>
            </a:r>
            <a:r>
              <a:rPr lang="zh-CN" altLang="en-US" dirty="0" smtClean="0"/>
              <a:t> </a:t>
            </a:r>
            <a:r>
              <a:rPr lang="en-US" altLang="zh-CN" dirty="0" smtClean="0"/>
              <a:t>is</a:t>
            </a:r>
            <a:r>
              <a:rPr lang="zh-CN" altLang="en-US" dirty="0" smtClean="0"/>
              <a:t> </a:t>
            </a:r>
            <a:r>
              <a:rPr lang="en-US" altLang="zh-CN" dirty="0" smtClean="0"/>
              <a:t>good,</a:t>
            </a:r>
            <a:r>
              <a:rPr lang="zh-CN" altLang="en-US" dirty="0" smtClean="0"/>
              <a:t> </a:t>
            </a:r>
            <a:r>
              <a:rPr lang="en-US" altLang="zh-CN" dirty="0" smtClean="0"/>
              <a:t>and</a:t>
            </a:r>
            <a:r>
              <a:rPr lang="zh-CN" altLang="en-US" dirty="0" smtClean="0"/>
              <a:t> </a:t>
            </a:r>
            <a:r>
              <a:rPr lang="en-US" altLang="zh-CN" dirty="0" smtClean="0"/>
              <a:t>preliminary</a:t>
            </a:r>
            <a:r>
              <a:rPr lang="zh-CN" altLang="en-US" dirty="0" smtClean="0"/>
              <a:t> </a:t>
            </a:r>
            <a:r>
              <a:rPr lang="en-US" altLang="zh-CN" dirty="0" smtClean="0"/>
              <a:t>results</a:t>
            </a:r>
            <a:r>
              <a:rPr lang="zh-CN" altLang="en-US" dirty="0" smtClean="0"/>
              <a:t> </a:t>
            </a:r>
            <a:r>
              <a:rPr lang="en-US" altLang="zh-CN" dirty="0" smtClean="0"/>
              <a:t>are</a:t>
            </a:r>
            <a:r>
              <a:rPr lang="zh-CN" altLang="en-US" dirty="0" smtClean="0"/>
              <a:t> </a:t>
            </a:r>
            <a:r>
              <a:rPr lang="en-US" altLang="zh-CN" dirty="0" smtClean="0"/>
              <a:t>good!</a:t>
            </a:r>
          </a:p>
          <a:p>
            <a:r>
              <a:rPr lang="en-US" altLang="zh-CN" dirty="0" smtClean="0"/>
              <a:t>Need</a:t>
            </a:r>
            <a:r>
              <a:rPr lang="zh-CN" altLang="en-US" dirty="0" smtClean="0"/>
              <a:t> </a:t>
            </a:r>
            <a:r>
              <a:rPr lang="en-US" altLang="zh-CN" dirty="0" smtClean="0"/>
              <a:t>to</a:t>
            </a:r>
            <a:r>
              <a:rPr lang="zh-CN" altLang="en-US" dirty="0" smtClean="0"/>
              <a:t> </a:t>
            </a:r>
            <a:r>
              <a:rPr lang="en-US" altLang="zh-CN" dirty="0" smtClean="0"/>
              <a:t>be</a:t>
            </a:r>
            <a:r>
              <a:rPr lang="zh-CN" altLang="en-US" dirty="0" smtClean="0"/>
              <a:t> </a:t>
            </a:r>
            <a:r>
              <a:rPr lang="en-US" altLang="zh-CN" dirty="0" smtClean="0"/>
              <a:t>careful</a:t>
            </a:r>
            <a:r>
              <a:rPr lang="zh-CN" altLang="en-US" dirty="0" smtClean="0"/>
              <a:t> </a:t>
            </a:r>
            <a:r>
              <a:rPr lang="en-US" altLang="zh-CN" dirty="0" smtClean="0"/>
              <a:t>about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verification</a:t>
            </a:r>
            <a:r>
              <a:rPr lang="zh-CN" altLang="en-US" dirty="0" smtClean="0"/>
              <a:t> </a:t>
            </a:r>
            <a:r>
              <a:rPr lang="en-US" altLang="zh-CN" dirty="0" smtClean="0"/>
              <a:t>approach</a:t>
            </a:r>
            <a:r>
              <a:rPr lang="zh-CN" altLang="en-US" dirty="0" smtClean="0"/>
              <a:t> </a:t>
            </a:r>
            <a:r>
              <a:rPr lang="en-US" altLang="zh-CN" dirty="0" smtClean="0"/>
              <a:t>later.</a:t>
            </a:r>
            <a:r>
              <a:rPr lang="zh-CN" altLang="en-US" dirty="0" smtClean="0"/>
              <a:t> </a:t>
            </a:r>
            <a:r>
              <a:rPr lang="en-US" altLang="zh-CN" dirty="0" smtClean="0"/>
              <a:t>How</a:t>
            </a:r>
            <a:r>
              <a:rPr lang="zh-CN" altLang="en-US" dirty="0" smtClean="0"/>
              <a:t> </a:t>
            </a:r>
            <a:r>
              <a:rPr lang="en-US" altLang="zh-CN" dirty="0" smtClean="0"/>
              <a:t>to</a:t>
            </a:r>
            <a:r>
              <a:rPr lang="zh-CN" altLang="en-US" dirty="0" smtClean="0"/>
              <a:t> </a:t>
            </a:r>
            <a:r>
              <a:rPr lang="en-US" altLang="zh-CN" dirty="0" smtClean="0"/>
              <a:t>show</a:t>
            </a:r>
            <a:r>
              <a:rPr lang="zh-CN" altLang="en-US" dirty="0" smtClean="0"/>
              <a:t> </a:t>
            </a:r>
            <a:r>
              <a:rPr lang="en-US" altLang="zh-CN" dirty="0" smtClean="0"/>
              <a:t>it’s</a:t>
            </a:r>
            <a:r>
              <a:rPr lang="zh-CN" altLang="en-US" dirty="0" smtClean="0"/>
              <a:t> </a:t>
            </a:r>
            <a:r>
              <a:rPr lang="en-US" altLang="zh-CN" dirty="0" smtClean="0"/>
              <a:t>unbiased?</a:t>
            </a:r>
            <a:r>
              <a:rPr lang="zh-CN" altLang="en-US" dirty="0" smtClean="0"/>
              <a:t> </a:t>
            </a:r>
            <a:r>
              <a:rPr lang="en-US" altLang="zh-CN" dirty="0" smtClean="0"/>
              <a:t>Check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paper:</a:t>
            </a:r>
            <a:r>
              <a:rPr lang="zh-CN" altLang="en-US" dirty="0" smtClean="0"/>
              <a:t> </a:t>
            </a:r>
            <a:r>
              <a:rPr lang="en-US" altLang="zh-CN" dirty="0" smtClean="0"/>
              <a:t>IRM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659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Report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</a:t>
            </a:r>
            <a:r>
              <a:rPr lang="en-US" altLang="zh-CN" dirty="0" smtClean="0"/>
              <a:t>dea:</a:t>
            </a:r>
            <a:r>
              <a:rPr lang="zh-CN" altLang="en-US" dirty="0" smtClean="0"/>
              <a:t> </a:t>
            </a:r>
            <a:r>
              <a:rPr lang="en-US" altLang="zh-CN" dirty="0" smtClean="0"/>
              <a:t>robust</a:t>
            </a:r>
            <a:r>
              <a:rPr lang="zh-CN" altLang="en-US" dirty="0" smtClean="0"/>
              <a:t> </a:t>
            </a:r>
            <a:r>
              <a:rPr lang="en-US" altLang="zh-CN" dirty="0" smtClean="0"/>
              <a:t>ensemble</a:t>
            </a:r>
            <a:r>
              <a:rPr lang="zh-CN" altLang="en-US" dirty="0" smtClean="0"/>
              <a:t> </a:t>
            </a:r>
            <a:r>
              <a:rPr lang="en-US" altLang="zh-CN" dirty="0" smtClean="0"/>
              <a:t>via</a:t>
            </a:r>
            <a:r>
              <a:rPr lang="zh-CN" altLang="en-US" dirty="0" smtClean="0"/>
              <a:t> </a:t>
            </a:r>
            <a:r>
              <a:rPr lang="en-US" altLang="zh-CN" dirty="0" smtClean="0"/>
              <a:t>boosting</a:t>
            </a:r>
          </a:p>
          <a:p>
            <a:r>
              <a:rPr lang="en-US" altLang="zh-CN" dirty="0" smtClean="0"/>
              <a:t>Preliminary</a:t>
            </a:r>
            <a:r>
              <a:rPr lang="zh-CN" altLang="en-US" dirty="0" smtClean="0"/>
              <a:t> </a:t>
            </a:r>
            <a:r>
              <a:rPr lang="en-US" altLang="zh-CN" dirty="0" smtClean="0"/>
              <a:t>results</a:t>
            </a:r>
            <a:r>
              <a:rPr lang="zh-CN" altLang="en-US" dirty="0" smtClean="0"/>
              <a:t> </a:t>
            </a:r>
            <a:r>
              <a:rPr lang="en-US" altLang="zh-CN" dirty="0" smtClean="0"/>
              <a:t>are</a:t>
            </a:r>
            <a:r>
              <a:rPr lang="zh-CN" altLang="en-US" dirty="0" smtClean="0"/>
              <a:t> </a:t>
            </a:r>
            <a:r>
              <a:rPr lang="en-US" altLang="zh-CN" dirty="0" smtClean="0"/>
              <a:t>good</a:t>
            </a:r>
          </a:p>
          <a:p>
            <a:r>
              <a:rPr lang="en-US" altLang="zh-CN" dirty="0" smtClean="0"/>
              <a:t>Require</a:t>
            </a:r>
            <a:r>
              <a:rPr lang="zh-CN" altLang="en-US" dirty="0" smtClean="0"/>
              <a:t> </a:t>
            </a:r>
            <a:r>
              <a:rPr lang="en-US" altLang="zh-CN" dirty="0" smtClean="0"/>
              <a:t>future</a:t>
            </a:r>
            <a:r>
              <a:rPr lang="zh-CN" altLang="en-US" dirty="0" smtClean="0"/>
              <a:t> </a:t>
            </a:r>
            <a:r>
              <a:rPr lang="en-US" altLang="zh-CN" dirty="0" smtClean="0"/>
              <a:t>steps</a:t>
            </a:r>
          </a:p>
          <a:p>
            <a:r>
              <a:rPr lang="en-US" altLang="zh-CN" dirty="0" smtClean="0"/>
              <a:t>Need</a:t>
            </a:r>
            <a:r>
              <a:rPr lang="zh-CN" altLang="en-US" dirty="0" smtClean="0"/>
              <a:t> </a:t>
            </a:r>
            <a:r>
              <a:rPr lang="en-US" altLang="zh-CN" dirty="0" smtClean="0"/>
              <a:t>to</a:t>
            </a:r>
            <a:r>
              <a:rPr lang="zh-CN" altLang="en-US" dirty="0" smtClean="0"/>
              <a:t> </a:t>
            </a:r>
            <a:r>
              <a:rPr lang="en-US" altLang="zh-CN" dirty="0" smtClean="0"/>
              <a:t>clarify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final</a:t>
            </a:r>
            <a:r>
              <a:rPr lang="zh-CN" altLang="en-US" dirty="0" smtClean="0"/>
              <a:t> </a:t>
            </a:r>
            <a:r>
              <a:rPr lang="en-US" altLang="zh-CN" dirty="0" smtClean="0"/>
              <a:t>output</a:t>
            </a:r>
            <a:r>
              <a:rPr lang="zh-CN" altLang="en-US" dirty="0" smtClean="0"/>
              <a:t> </a:t>
            </a:r>
            <a:r>
              <a:rPr lang="en-US" altLang="zh-CN" dirty="0" smtClean="0"/>
              <a:t>and</a:t>
            </a:r>
            <a:r>
              <a:rPr lang="zh-CN" altLang="en-US" dirty="0" smtClean="0"/>
              <a:t> </a:t>
            </a:r>
            <a:r>
              <a:rPr lang="en-US" altLang="zh-CN" dirty="0" smtClean="0"/>
              <a:t>improve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robustness</a:t>
            </a:r>
          </a:p>
        </p:txBody>
      </p:sp>
    </p:spTree>
    <p:extLst>
      <p:ext uri="{BB962C8B-B14F-4D97-AF65-F5344CB8AC3E}">
        <p14:creationId xmlns:p14="http://schemas.microsoft.com/office/powerpoint/2010/main" val="841031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469</Words>
  <Application>Microsoft Macintosh PowerPoint</Application>
  <PresentationFormat>Widescreen</PresentationFormat>
  <Paragraphs>66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Calibri Light</vt:lpstr>
      <vt:lpstr>DengXian</vt:lpstr>
      <vt:lpstr>DengXian Light</vt:lpstr>
      <vt:lpstr>Arial</vt:lpstr>
      <vt:lpstr>Office Theme</vt:lpstr>
      <vt:lpstr>Status Report Summary</vt:lpstr>
      <vt:lpstr>DeepFake Detection by Non-trivial Body Language</vt:lpstr>
      <vt:lpstr>Report</vt:lpstr>
      <vt:lpstr>Report</vt:lpstr>
      <vt:lpstr>Report</vt:lpstr>
      <vt:lpstr>Set-Targeted attacks on machine learning models</vt:lpstr>
      <vt:lpstr>Private machine learning</vt:lpstr>
      <vt:lpstr>Adv examples for 3D reconstruction </vt:lpstr>
      <vt:lpstr>Robust automated feature engineering</vt:lpstr>
      <vt:lpstr>Robust Imitation learning from observation </vt:lpstr>
      <vt:lpstr>Task adversarial network embedding</vt:lpstr>
      <vt:lpstr>Adversarial learning for speech denoising with reverberation </vt:lpstr>
      <vt:lpstr>FairNet: debiasing graph generative model</vt:lpstr>
      <vt:lpstr>Report</vt:lpstr>
    </vt:vector>
  </TitlesOfParts>
  <Company/>
  <LinksUpToDate>false</LinksUpToDate>
  <SharedDoc>false</SharedDoc>
  <HyperlinksChanged>false</HyperlinksChanged>
  <AppVersion>15.0023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Summary</dc:title>
  <dc:creator>Microsoft Office User</dc:creator>
  <cp:lastModifiedBy>Microsoft Office User</cp:lastModifiedBy>
  <cp:revision>7</cp:revision>
  <dcterms:created xsi:type="dcterms:W3CDTF">2019-10-31T20:12:26Z</dcterms:created>
  <dcterms:modified xsi:type="dcterms:W3CDTF">2019-10-31T23:26:32Z</dcterms:modified>
</cp:coreProperties>
</file>