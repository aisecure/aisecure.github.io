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sldIdLst>
    <p:sldId id="263" r:id="rId5"/>
    <p:sldId id="268" r:id="rId6"/>
    <p:sldId id="267" r:id="rId7"/>
    <p:sldId id="269" r:id="rId8"/>
    <p:sldId id="270" r:id="rId9"/>
    <p:sldId id="271" r:id="rId10"/>
    <p:sldId id="272" r:id="rId11"/>
    <p:sldId id="273" r:id="rId12"/>
    <p:sldId id="278" r:id="rId13"/>
    <p:sldId id="276" r:id="rId14"/>
    <p:sldId id="275" r:id="rId15"/>
    <p:sldId id="274" r:id="rId16"/>
    <p:sldId id="277" r:id="rId17"/>
    <p:sldId id="259" r:id="rId18"/>
    <p:sldId id="257" r:id="rId19"/>
    <p:sldId id="258" r:id="rId20"/>
    <p:sldId id="260" r:id="rId21"/>
    <p:sldId id="261" r:id="rId22"/>
    <p:sldId id="262" r:id="rId23"/>
    <p:sldId id="264" r:id="rId24"/>
    <p:sldId id="265" r:id="rId25"/>
    <p:sldId id="26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, Yufeng" initials="SY" lastIdx="1" clrIdx="0">
    <p:extLst>
      <p:ext uri="{19B8F6BF-5375-455C-9EA6-DF929625EA0E}">
        <p15:presenceInfo xmlns:p15="http://schemas.microsoft.com/office/powerpoint/2012/main" userId="Su, Yufe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600A"/>
    <a:srgbClr val="EE833A"/>
    <a:srgbClr val="FFA500"/>
    <a:srgbClr val="2C918E"/>
    <a:srgbClr val="CC5CCF"/>
    <a:srgbClr val="E8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2621E-6B6D-414E-A6BA-4F312131FA26}" v="1389" dt="2019-11-14T09:03:43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324" y="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, Yufeng" userId="059540f0-66f7-414b-ae8d-312dc9673093" providerId="ADAL" clId="{04F2621E-6B6D-414E-A6BA-4F312131FA26}"/>
    <pc:docChg chg="undo redo custSel addSld delSld modSld sldOrd modMainMaster">
      <pc:chgData name="Su, Yufeng" userId="059540f0-66f7-414b-ae8d-312dc9673093" providerId="ADAL" clId="{04F2621E-6B6D-414E-A6BA-4F312131FA26}" dt="2019-11-14T09:05:08.826" v="3655" actId="478"/>
      <pc:docMkLst>
        <pc:docMk/>
      </pc:docMkLst>
      <pc:sldChg chg="modSp del setBg">
        <pc:chgData name="Su, Yufeng" userId="059540f0-66f7-414b-ae8d-312dc9673093" providerId="ADAL" clId="{04F2621E-6B6D-414E-A6BA-4F312131FA26}" dt="2019-11-14T05:18:16.568" v="334" actId="2696"/>
        <pc:sldMkLst>
          <pc:docMk/>
          <pc:sldMk cId="1443445512" sldId="256"/>
        </pc:sldMkLst>
        <pc:spChg chg="mod">
          <ac:chgData name="Su, Yufeng" userId="059540f0-66f7-414b-ae8d-312dc9673093" providerId="ADAL" clId="{04F2621E-6B6D-414E-A6BA-4F312131FA26}" dt="2019-11-14T05:17:22.451" v="306" actId="1076"/>
          <ac:spMkLst>
            <pc:docMk/>
            <pc:sldMk cId="1443445512" sldId="256"/>
            <ac:spMk id="3" creationId="{47391ED4-D86D-4194-9AB5-F92B0408D9A1}"/>
          </ac:spMkLst>
        </pc:spChg>
      </pc:sldChg>
      <pc:sldChg chg="add">
        <pc:chgData name="Su, Yufeng" userId="059540f0-66f7-414b-ae8d-312dc9673093" providerId="ADAL" clId="{04F2621E-6B6D-414E-A6BA-4F312131FA26}" dt="2019-11-14T07:50:49.093" v="2299"/>
        <pc:sldMkLst>
          <pc:docMk/>
          <pc:sldMk cId="2488559538" sldId="257"/>
        </pc:sldMkLst>
      </pc:sldChg>
      <pc:sldChg chg="addSp delSp modSp del">
        <pc:chgData name="Su, Yufeng" userId="059540f0-66f7-414b-ae8d-312dc9673093" providerId="ADAL" clId="{04F2621E-6B6D-414E-A6BA-4F312131FA26}" dt="2019-11-14T07:50:46.426" v="2292" actId="2696"/>
        <pc:sldMkLst>
          <pc:docMk/>
          <pc:sldMk cId="3489968708" sldId="257"/>
        </pc:sldMkLst>
        <pc:spChg chg="mod">
          <ac:chgData name="Su, Yufeng" userId="059540f0-66f7-414b-ae8d-312dc9673093" providerId="ADAL" clId="{04F2621E-6B6D-414E-A6BA-4F312131FA26}" dt="2019-11-14T05:05:23.177" v="76" actId="113"/>
          <ac:spMkLst>
            <pc:docMk/>
            <pc:sldMk cId="3489968708" sldId="257"/>
            <ac:spMk id="2" creationId="{F0451911-EE40-431D-9DD3-278F30EB914E}"/>
          </ac:spMkLst>
        </pc:spChg>
        <pc:spChg chg="mod">
          <ac:chgData name="Su, Yufeng" userId="059540f0-66f7-414b-ae8d-312dc9673093" providerId="ADAL" clId="{04F2621E-6B6D-414E-A6BA-4F312131FA26}" dt="2019-11-14T05:07:52.282" v="183" actId="207"/>
          <ac:spMkLst>
            <pc:docMk/>
            <pc:sldMk cId="3489968708" sldId="257"/>
            <ac:spMk id="4" creationId="{E42106A1-C068-4826-BBE3-2AF62A9C964B}"/>
          </ac:spMkLst>
        </pc:spChg>
        <pc:spChg chg="mod">
          <ac:chgData name="Su, Yufeng" userId="059540f0-66f7-414b-ae8d-312dc9673093" providerId="ADAL" clId="{04F2621E-6B6D-414E-A6BA-4F312131FA26}" dt="2019-11-14T05:10:39.360" v="196" actId="208"/>
          <ac:spMkLst>
            <pc:docMk/>
            <pc:sldMk cId="3489968708" sldId="257"/>
            <ac:spMk id="17" creationId="{EC0D6783-5486-4C48-94AB-C59EE8419712}"/>
          </ac:spMkLst>
        </pc:spChg>
        <pc:spChg chg="mod">
          <ac:chgData name="Su, Yufeng" userId="059540f0-66f7-414b-ae8d-312dc9673093" providerId="ADAL" clId="{04F2621E-6B6D-414E-A6BA-4F312131FA26}" dt="2019-11-14T05:10:39.360" v="196" actId="208"/>
          <ac:spMkLst>
            <pc:docMk/>
            <pc:sldMk cId="3489968708" sldId="257"/>
            <ac:spMk id="50" creationId="{A486F126-CE8F-4CDC-BA61-4648FE624C7D}"/>
          </ac:spMkLst>
        </pc:spChg>
        <pc:spChg chg="mod">
          <ac:chgData name="Su, Yufeng" userId="059540f0-66f7-414b-ae8d-312dc9673093" providerId="ADAL" clId="{04F2621E-6B6D-414E-A6BA-4F312131FA26}" dt="2019-11-14T05:10:39.360" v="196" actId="208"/>
          <ac:spMkLst>
            <pc:docMk/>
            <pc:sldMk cId="3489968708" sldId="257"/>
            <ac:spMk id="60" creationId="{CA6436A0-8B26-418D-ACC1-90E262724CED}"/>
          </ac:spMkLst>
        </pc:spChg>
        <pc:picChg chg="ord">
          <ac:chgData name="Su, Yufeng" userId="059540f0-66f7-414b-ae8d-312dc9673093" providerId="ADAL" clId="{04F2621E-6B6D-414E-A6BA-4F312131FA26}" dt="2019-11-14T05:16:49.142" v="291" actId="167"/>
          <ac:picMkLst>
            <pc:docMk/>
            <pc:sldMk cId="3489968708" sldId="257"/>
            <ac:picMk id="55" creationId="{C0B90C8F-CD46-4D9C-94F3-32A22ACBA5E3}"/>
          </ac:picMkLst>
        </pc:picChg>
        <pc:picChg chg="add del mod">
          <ac:chgData name="Su, Yufeng" userId="059540f0-66f7-414b-ae8d-312dc9673093" providerId="ADAL" clId="{04F2621E-6B6D-414E-A6BA-4F312131FA26}" dt="2019-11-14T05:10:38.988" v="194"/>
          <ac:picMkLst>
            <pc:docMk/>
            <pc:sldMk cId="3489968708" sldId="257"/>
            <ac:picMk id="74" creationId="{E44925A6-929A-41C3-B47F-81DCF856FDB2}"/>
          </ac:picMkLst>
        </pc:picChg>
        <pc:picChg chg="add del mod">
          <ac:chgData name="Su, Yufeng" userId="059540f0-66f7-414b-ae8d-312dc9673093" providerId="ADAL" clId="{04F2621E-6B6D-414E-A6BA-4F312131FA26}" dt="2019-11-14T05:16:49.675" v="294" actId="478"/>
          <ac:picMkLst>
            <pc:docMk/>
            <pc:sldMk cId="3489968708" sldId="257"/>
            <ac:picMk id="75" creationId="{B68EDE30-0786-441D-823A-3720183AFA66}"/>
          </ac:picMkLst>
        </pc:picChg>
        <pc:cxnChg chg="mod">
          <ac:chgData name="Su, Yufeng" userId="059540f0-66f7-414b-ae8d-312dc9673093" providerId="ADAL" clId="{04F2621E-6B6D-414E-A6BA-4F312131FA26}" dt="2019-11-14T05:10:39.360" v="196" actId="208"/>
          <ac:cxnSpMkLst>
            <pc:docMk/>
            <pc:sldMk cId="3489968708" sldId="257"/>
            <ac:cxnSpMk id="16" creationId="{28746B11-9761-49B9-A046-C1D64809A28D}"/>
          </ac:cxnSpMkLst>
        </pc:cxnChg>
        <pc:cxnChg chg="mod">
          <ac:chgData name="Su, Yufeng" userId="059540f0-66f7-414b-ae8d-312dc9673093" providerId="ADAL" clId="{04F2621E-6B6D-414E-A6BA-4F312131FA26}" dt="2019-11-14T05:10:39.360" v="196" actId="208"/>
          <ac:cxnSpMkLst>
            <pc:docMk/>
            <pc:sldMk cId="3489968708" sldId="257"/>
            <ac:cxnSpMk id="30" creationId="{28AC9C4A-D912-4EF7-9707-CEA36DCCB261}"/>
          </ac:cxnSpMkLst>
        </pc:cxnChg>
        <pc:cxnChg chg="mod">
          <ac:chgData name="Su, Yufeng" userId="059540f0-66f7-414b-ae8d-312dc9673093" providerId="ADAL" clId="{04F2621E-6B6D-414E-A6BA-4F312131FA26}" dt="2019-11-14T05:10:39.360" v="196" actId="208"/>
          <ac:cxnSpMkLst>
            <pc:docMk/>
            <pc:sldMk cId="3489968708" sldId="257"/>
            <ac:cxnSpMk id="39" creationId="{21BEEEFE-98E5-456D-8699-615FEE03368F}"/>
          </ac:cxnSpMkLst>
        </pc:cxnChg>
        <pc:cxnChg chg="mod">
          <ac:chgData name="Su, Yufeng" userId="059540f0-66f7-414b-ae8d-312dc9673093" providerId="ADAL" clId="{04F2621E-6B6D-414E-A6BA-4F312131FA26}" dt="2019-11-14T05:10:39.360" v="196" actId="208"/>
          <ac:cxnSpMkLst>
            <pc:docMk/>
            <pc:sldMk cId="3489968708" sldId="257"/>
            <ac:cxnSpMk id="49" creationId="{32CAA8AD-52A5-4AD0-9198-98A32B78B272}"/>
          </ac:cxnSpMkLst>
        </pc:cxnChg>
        <pc:cxnChg chg="mod">
          <ac:chgData name="Su, Yufeng" userId="059540f0-66f7-414b-ae8d-312dc9673093" providerId="ADAL" clId="{04F2621E-6B6D-414E-A6BA-4F312131FA26}" dt="2019-11-14T05:10:39.360" v="196" actId="208"/>
          <ac:cxnSpMkLst>
            <pc:docMk/>
            <pc:sldMk cId="3489968708" sldId="257"/>
            <ac:cxnSpMk id="59" creationId="{E0F3896C-881F-4C0F-9855-7BE5538B54FF}"/>
          </ac:cxnSpMkLst>
        </pc:cxnChg>
      </pc:sldChg>
      <pc:sldChg chg="add">
        <pc:chgData name="Su, Yufeng" userId="059540f0-66f7-414b-ae8d-312dc9673093" providerId="ADAL" clId="{04F2621E-6B6D-414E-A6BA-4F312131FA26}" dt="2019-11-14T07:50:49.093" v="2299"/>
        <pc:sldMkLst>
          <pc:docMk/>
          <pc:sldMk cId="1467172138" sldId="258"/>
        </pc:sldMkLst>
      </pc:sldChg>
      <pc:sldChg chg="modSp del">
        <pc:chgData name="Su, Yufeng" userId="059540f0-66f7-414b-ae8d-312dc9673093" providerId="ADAL" clId="{04F2621E-6B6D-414E-A6BA-4F312131FA26}" dt="2019-11-14T07:50:46.428" v="2293" actId="2696"/>
        <pc:sldMkLst>
          <pc:docMk/>
          <pc:sldMk cId="3717079798" sldId="258"/>
        </pc:sldMkLst>
        <pc:spChg chg="mod">
          <ac:chgData name="Su, Yufeng" userId="059540f0-66f7-414b-ae8d-312dc9673093" providerId="ADAL" clId="{04F2621E-6B6D-414E-A6BA-4F312131FA26}" dt="2019-11-14T05:05:20.968" v="75" actId="113"/>
          <ac:spMkLst>
            <pc:docMk/>
            <pc:sldMk cId="3717079798" sldId="258"/>
            <ac:spMk id="2" creationId="{AFC7CE19-1528-4C67-9826-CEFDBBA0AD11}"/>
          </ac:spMkLst>
        </pc:spChg>
        <pc:spChg chg="mod">
          <ac:chgData name="Su, Yufeng" userId="059540f0-66f7-414b-ae8d-312dc9673093" providerId="ADAL" clId="{04F2621E-6B6D-414E-A6BA-4F312131FA26}" dt="2019-11-14T05:07:56.015" v="184" actId="207"/>
          <ac:spMkLst>
            <pc:docMk/>
            <pc:sldMk cId="3717079798" sldId="258"/>
            <ac:spMk id="3" creationId="{5DC2A520-8731-4178-A9DD-F4A729E4057F}"/>
          </ac:spMkLst>
        </pc:spChg>
      </pc:sldChg>
      <pc:sldChg chg="modSp del">
        <pc:chgData name="Su, Yufeng" userId="059540f0-66f7-414b-ae8d-312dc9673093" providerId="ADAL" clId="{04F2621E-6B6D-414E-A6BA-4F312131FA26}" dt="2019-11-14T07:50:46.423" v="2291" actId="2696"/>
        <pc:sldMkLst>
          <pc:docMk/>
          <pc:sldMk cId="1433183859" sldId="259"/>
        </pc:sldMkLst>
        <pc:spChg chg="mod">
          <ac:chgData name="Su, Yufeng" userId="059540f0-66f7-414b-ae8d-312dc9673093" providerId="ADAL" clId="{04F2621E-6B6D-414E-A6BA-4F312131FA26}" dt="2019-11-14T05:16:52.372" v="302"/>
          <ac:spMkLst>
            <pc:docMk/>
            <pc:sldMk cId="1433183859" sldId="259"/>
            <ac:spMk id="4" creationId="{9B9ED15B-FB92-4277-8E79-9772CAAE01E2}"/>
          </ac:spMkLst>
        </pc:spChg>
      </pc:sldChg>
      <pc:sldChg chg="add">
        <pc:chgData name="Su, Yufeng" userId="059540f0-66f7-414b-ae8d-312dc9673093" providerId="ADAL" clId="{04F2621E-6B6D-414E-A6BA-4F312131FA26}" dt="2019-11-14T07:50:49.093" v="2299"/>
        <pc:sldMkLst>
          <pc:docMk/>
          <pc:sldMk cId="2935735168" sldId="259"/>
        </pc:sldMkLst>
      </pc:sldChg>
      <pc:sldChg chg="add">
        <pc:chgData name="Su, Yufeng" userId="059540f0-66f7-414b-ae8d-312dc9673093" providerId="ADAL" clId="{04F2621E-6B6D-414E-A6BA-4F312131FA26}" dt="2019-11-14T07:50:49.093" v="2299"/>
        <pc:sldMkLst>
          <pc:docMk/>
          <pc:sldMk cId="1079929775" sldId="260"/>
        </pc:sldMkLst>
      </pc:sldChg>
      <pc:sldChg chg="modSp del">
        <pc:chgData name="Su, Yufeng" userId="059540f0-66f7-414b-ae8d-312dc9673093" providerId="ADAL" clId="{04F2621E-6B6D-414E-A6BA-4F312131FA26}" dt="2019-11-14T07:50:46.429" v="2294" actId="2696"/>
        <pc:sldMkLst>
          <pc:docMk/>
          <pc:sldMk cId="4070227785" sldId="260"/>
        </pc:sldMkLst>
        <pc:spChg chg="mod">
          <ac:chgData name="Su, Yufeng" userId="059540f0-66f7-414b-ae8d-312dc9673093" providerId="ADAL" clId="{04F2621E-6B6D-414E-A6BA-4F312131FA26}" dt="2019-11-14T05:05:18.903" v="74" actId="113"/>
          <ac:spMkLst>
            <pc:docMk/>
            <pc:sldMk cId="4070227785" sldId="260"/>
            <ac:spMk id="2" creationId="{80EB3EC7-21F0-4AAC-A087-F054883709B5}"/>
          </ac:spMkLst>
        </pc:spChg>
        <pc:spChg chg="mod">
          <ac:chgData name="Su, Yufeng" userId="059540f0-66f7-414b-ae8d-312dc9673093" providerId="ADAL" clId="{04F2621E-6B6D-414E-A6BA-4F312131FA26}" dt="2019-11-14T05:23:20.639" v="366" actId="207"/>
          <ac:spMkLst>
            <pc:docMk/>
            <pc:sldMk cId="4070227785" sldId="260"/>
            <ac:spMk id="6" creationId="{0622C666-78D8-464F-9F45-F849A4D62284}"/>
          </ac:spMkLst>
        </pc:spChg>
        <pc:picChg chg="mod">
          <ac:chgData name="Su, Yufeng" userId="059540f0-66f7-414b-ae8d-312dc9673093" providerId="ADAL" clId="{04F2621E-6B6D-414E-A6BA-4F312131FA26}" dt="2019-11-14T05:16:51.806" v="300" actId="1076"/>
          <ac:picMkLst>
            <pc:docMk/>
            <pc:sldMk cId="4070227785" sldId="260"/>
            <ac:picMk id="5" creationId="{F88F7EE9-06BD-489A-BDBA-69B5CCF6E348}"/>
          </ac:picMkLst>
        </pc:picChg>
      </pc:sldChg>
      <pc:sldChg chg="addSp delSp modSp add del addCm delCm">
        <pc:chgData name="Su, Yufeng" userId="059540f0-66f7-414b-ae8d-312dc9673093" providerId="ADAL" clId="{04F2621E-6B6D-414E-A6BA-4F312131FA26}" dt="2019-11-14T07:50:46.430" v="2295" actId="2696"/>
        <pc:sldMkLst>
          <pc:docMk/>
          <pc:sldMk cId="912829853" sldId="261"/>
        </pc:sldMkLst>
        <pc:spChg chg="del">
          <ac:chgData name="Su, Yufeng" userId="059540f0-66f7-414b-ae8d-312dc9673093" providerId="ADAL" clId="{04F2621E-6B6D-414E-A6BA-4F312131FA26}" dt="2019-11-14T04:52:12.451" v="1"/>
          <ac:spMkLst>
            <pc:docMk/>
            <pc:sldMk cId="912829853" sldId="261"/>
            <ac:spMk id="2" creationId="{76460CC8-E45B-4EF9-9126-F5FC4BF083D1}"/>
          </ac:spMkLst>
        </pc:spChg>
        <pc:spChg chg="del">
          <ac:chgData name="Su, Yufeng" userId="059540f0-66f7-414b-ae8d-312dc9673093" providerId="ADAL" clId="{04F2621E-6B6D-414E-A6BA-4F312131FA26}" dt="2019-11-14T04:52:12.451" v="1"/>
          <ac:spMkLst>
            <pc:docMk/>
            <pc:sldMk cId="912829853" sldId="261"/>
            <ac:spMk id="3" creationId="{8EA5BD1C-3D93-4DDD-889D-B0D0CDB3B917}"/>
          </ac:spMkLst>
        </pc:spChg>
        <pc:spChg chg="add mod">
          <ac:chgData name="Su, Yufeng" userId="059540f0-66f7-414b-ae8d-312dc9673093" providerId="ADAL" clId="{04F2621E-6B6D-414E-A6BA-4F312131FA26}" dt="2019-11-14T04:52:16.615" v="2"/>
          <ac:spMkLst>
            <pc:docMk/>
            <pc:sldMk cId="912829853" sldId="261"/>
            <ac:spMk id="4" creationId="{28400A80-97D0-4B05-B744-58A409272427}"/>
          </ac:spMkLst>
        </pc:spChg>
        <pc:spChg chg="add mod">
          <ac:chgData name="Su, Yufeng" userId="059540f0-66f7-414b-ae8d-312dc9673093" providerId="ADAL" clId="{04F2621E-6B6D-414E-A6BA-4F312131FA26}" dt="2019-11-14T05:01:02.226" v="10" actId="12"/>
          <ac:spMkLst>
            <pc:docMk/>
            <pc:sldMk cId="912829853" sldId="261"/>
            <ac:spMk id="5" creationId="{47DC7581-E70F-40C9-A432-5FE7A1161FAA}"/>
          </ac:spMkLst>
        </pc:spChg>
        <pc:spChg chg="add mod">
          <ac:chgData name="Su, Yufeng" userId="059540f0-66f7-414b-ae8d-312dc9673093" providerId="ADAL" clId="{04F2621E-6B6D-414E-A6BA-4F312131FA26}" dt="2019-11-14T05:01:39.428" v="29" actId="12"/>
          <ac:spMkLst>
            <pc:docMk/>
            <pc:sldMk cId="912829853" sldId="261"/>
            <ac:spMk id="6" creationId="{704D3F7E-BA6B-4125-AC03-775E0D3AD36E}"/>
          </ac:spMkLst>
        </pc:spChg>
        <pc:spChg chg="add mod">
          <ac:chgData name="Su, Yufeng" userId="059540f0-66f7-414b-ae8d-312dc9673093" providerId="ADAL" clId="{04F2621E-6B6D-414E-A6BA-4F312131FA26}" dt="2019-11-14T05:22:47.944" v="361" actId="113"/>
          <ac:spMkLst>
            <pc:docMk/>
            <pc:sldMk cId="912829853" sldId="261"/>
            <ac:spMk id="12" creationId="{A01F80BE-D4DC-4336-8A3F-477CE33A94EF}"/>
          </ac:spMkLst>
        </pc:spChg>
        <pc:spChg chg="add mod">
          <ac:chgData name="Su, Yufeng" userId="059540f0-66f7-414b-ae8d-312dc9673093" providerId="ADAL" clId="{04F2621E-6B6D-414E-A6BA-4F312131FA26}" dt="2019-11-14T05:23:13.687" v="365" actId="207"/>
          <ac:spMkLst>
            <pc:docMk/>
            <pc:sldMk cId="912829853" sldId="261"/>
            <ac:spMk id="13" creationId="{CA163CED-3641-4BEC-BD38-55B71A5E037C}"/>
          </ac:spMkLst>
        </pc:spChg>
        <pc:picChg chg="add del">
          <ac:chgData name="Su, Yufeng" userId="059540f0-66f7-414b-ae8d-312dc9673093" providerId="ADAL" clId="{04F2621E-6B6D-414E-A6BA-4F312131FA26}" dt="2019-11-14T04:52:26.283" v="5"/>
          <ac:picMkLst>
            <pc:docMk/>
            <pc:sldMk cId="912829853" sldId="261"/>
            <ac:picMk id="7" creationId="{25A89A3F-79BE-4B23-8783-340A309D04D5}"/>
          </ac:picMkLst>
        </pc:picChg>
        <pc:picChg chg="add mod">
          <ac:chgData name="Su, Yufeng" userId="059540f0-66f7-414b-ae8d-312dc9673093" providerId="ADAL" clId="{04F2621E-6B6D-414E-A6BA-4F312131FA26}" dt="2019-11-14T05:01:26.307" v="26" actId="1038"/>
          <ac:picMkLst>
            <pc:docMk/>
            <pc:sldMk cId="912829853" sldId="261"/>
            <ac:picMk id="8" creationId="{CBAB1AEE-DE4C-426C-AE38-59E093E91A4B}"/>
          </ac:picMkLst>
        </pc:picChg>
        <pc:picChg chg="add del mod">
          <ac:chgData name="Su, Yufeng" userId="059540f0-66f7-414b-ae8d-312dc9673093" providerId="ADAL" clId="{04F2621E-6B6D-414E-A6BA-4F312131FA26}" dt="2019-11-14T05:02:04.642" v="35" actId="478"/>
          <ac:picMkLst>
            <pc:docMk/>
            <pc:sldMk cId="912829853" sldId="261"/>
            <ac:picMk id="9" creationId="{FFA94CFD-F9D3-400A-96A7-3535E73ECCC1}"/>
          </ac:picMkLst>
        </pc:picChg>
        <pc:picChg chg="add mod">
          <ac:chgData name="Su, Yufeng" userId="059540f0-66f7-414b-ae8d-312dc9673093" providerId="ADAL" clId="{04F2621E-6B6D-414E-A6BA-4F312131FA26}" dt="2019-11-14T05:02:14.795" v="40" actId="1037"/>
          <ac:picMkLst>
            <pc:docMk/>
            <pc:sldMk cId="912829853" sldId="261"/>
            <ac:picMk id="11" creationId="{244075DE-3FCD-483B-A05D-684BCCB63646}"/>
          </ac:picMkLst>
        </pc:picChg>
        <pc:picChg chg="add del mod">
          <ac:chgData name="Su, Yufeng" userId="059540f0-66f7-414b-ae8d-312dc9673093" providerId="ADAL" clId="{04F2621E-6B6D-414E-A6BA-4F312131FA26}" dt="2019-11-14T05:22:52.032" v="362" actId="478"/>
          <ac:picMkLst>
            <pc:docMk/>
            <pc:sldMk cId="912829853" sldId="261"/>
            <ac:picMk id="15" creationId="{C4324B4A-B843-472B-AE09-3031B5C6DEAA}"/>
          </ac:picMkLst>
        </pc:picChg>
      </pc:sldChg>
      <pc:sldChg chg="add">
        <pc:chgData name="Su, Yufeng" userId="059540f0-66f7-414b-ae8d-312dc9673093" providerId="ADAL" clId="{04F2621E-6B6D-414E-A6BA-4F312131FA26}" dt="2019-11-14T07:50:49.093" v="2299"/>
        <pc:sldMkLst>
          <pc:docMk/>
          <pc:sldMk cId="1605380057" sldId="261"/>
        </pc:sldMkLst>
      </pc:sldChg>
      <pc:sldChg chg="modSp add">
        <pc:chgData name="Su, Yufeng" userId="059540f0-66f7-414b-ae8d-312dc9673093" providerId="ADAL" clId="{04F2621E-6B6D-414E-A6BA-4F312131FA26}" dt="2019-11-14T09:03:33.161" v="3652" actId="2711"/>
        <pc:sldMkLst>
          <pc:docMk/>
          <pc:sldMk cId="2109719215" sldId="262"/>
        </pc:sldMkLst>
        <pc:spChg chg="mod">
          <ac:chgData name="Su, Yufeng" userId="059540f0-66f7-414b-ae8d-312dc9673093" providerId="ADAL" clId="{04F2621E-6B6D-414E-A6BA-4F312131FA26}" dt="2019-11-14T09:03:33.161" v="3652" actId="2711"/>
          <ac:spMkLst>
            <pc:docMk/>
            <pc:sldMk cId="2109719215" sldId="262"/>
            <ac:spMk id="10" creationId="{15B7E7F6-E4BD-437E-9386-93DA99B67AE8}"/>
          </ac:spMkLst>
        </pc:spChg>
      </pc:sldChg>
      <pc:sldChg chg="addSp delSp modSp add del">
        <pc:chgData name="Su, Yufeng" userId="059540f0-66f7-414b-ae8d-312dc9673093" providerId="ADAL" clId="{04F2621E-6B6D-414E-A6BA-4F312131FA26}" dt="2019-11-14T07:50:46.431" v="2296" actId="2696"/>
        <pc:sldMkLst>
          <pc:docMk/>
          <pc:sldMk cId="2499015605" sldId="262"/>
        </pc:sldMkLst>
        <pc:spChg chg="del">
          <ac:chgData name="Su, Yufeng" userId="059540f0-66f7-414b-ae8d-312dc9673093" providerId="ADAL" clId="{04F2621E-6B6D-414E-A6BA-4F312131FA26}" dt="2019-11-14T05:05:01.665" v="68"/>
          <ac:spMkLst>
            <pc:docMk/>
            <pc:sldMk cId="2499015605" sldId="262"/>
            <ac:spMk id="2" creationId="{A8EAC793-43B4-4837-842B-2851E209CDFB}"/>
          </ac:spMkLst>
        </pc:spChg>
        <pc:spChg chg="del">
          <ac:chgData name="Su, Yufeng" userId="059540f0-66f7-414b-ae8d-312dc9673093" providerId="ADAL" clId="{04F2621E-6B6D-414E-A6BA-4F312131FA26}" dt="2019-11-14T05:05:01.665" v="68"/>
          <ac:spMkLst>
            <pc:docMk/>
            <pc:sldMk cId="2499015605" sldId="262"/>
            <ac:spMk id="3" creationId="{9F1A1F9A-78AE-42D6-BD96-1DE3AF2AA67A}"/>
          </ac:spMkLst>
        </pc:spChg>
        <pc:spChg chg="del">
          <ac:chgData name="Su, Yufeng" userId="059540f0-66f7-414b-ae8d-312dc9673093" providerId="ADAL" clId="{04F2621E-6B6D-414E-A6BA-4F312131FA26}" dt="2019-11-14T05:05:01.665" v="68"/>
          <ac:spMkLst>
            <pc:docMk/>
            <pc:sldMk cId="2499015605" sldId="262"/>
            <ac:spMk id="4" creationId="{13DD5AD8-F415-40E3-846C-01D0AA8B9219}"/>
          </ac:spMkLst>
        </pc:spChg>
        <pc:spChg chg="add mod">
          <ac:chgData name="Su, Yufeng" userId="059540f0-66f7-414b-ae8d-312dc9673093" providerId="ADAL" clId="{04F2621E-6B6D-414E-A6BA-4F312131FA26}" dt="2019-11-14T05:05:14.974" v="73" actId="113"/>
          <ac:spMkLst>
            <pc:docMk/>
            <pc:sldMk cId="2499015605" sldId="262"/>
            <ac:spMk id="5" creationId="{28F50100-C69D-443A-871A-18E65F17972D}"/>
          </ac:spMkLst>
        </pc:spChg>
        <pc:spChg chg="add del mod">
          <ac:chgData name="Su, Yufeng" userId="059540f0-66f7-414b-ae8d-312dc9673093" providerId="ADAL" clId="{04F2621E-6B6D-414E-A6BA-4F312131FA26}" dt="2019-11-14T05:16:49.848" v="295"/>
          <ac:spMkLst>
            <pc:docMk/>
            <pc:sldMk cId="2499015605" sldId="262"/>
            <ac:spMk id="6" creationId="{4AF988F4-A8AD-4036-96C5-519B80F02E3C}"/>
          </ac:spMkLst>
        </pc:spChg>
        <pc:spChg chg="add mod">
          <ac:chgData name="Su, Yufeng" userId="059540f0-66f7-414b-ae8d-312dc9673093" providerId="ADAL" clId="{04F2621E-6B6D-414E-A6BA-4F312131FA26}" dt="2019-11-14T05:05:01.665" v="68"/>
          <ac:spMkLst>
            <pc:docMk/>
            <pc:sldMk cId="2499015605" sldId="262"/>
            <ac:spMk id="7" creationId="{D29F7F82-6BE6-4FAC-81C0-093AC861C57C}"/>
          </ac:spMkLst>
        </pc:spChg>
        <pc:spChg chg="add mod">
          <ac:chgData name="Su, Yufeng" userId="059540f0-66f7-414b-ae8d-312dc9673093" providerId="ADAL" clId="{04F2621E-6B6D-414E-A6BA-4F312131FA26}" dt="2019-11-14T05:20:01.957" v="346" actId="1076"/>
          <ac:spMkLst>
            <pc:docMk/>
            <pc:sldMk cId="2499015605" sldId="262"/>
            <ac:spMk id="10" creationId="{15B7E7F6-E4BD-437E-9386-93DA99B67AE8}"/>
          </ac:spMkLst>
        </pc:spChg>
        <pc:picChg chg="add del mod">
          <ac:chgData name="Su, Yufeng" userId="059540f0-66f7-414b-ae8d-312dc9673093" providerId="ADAL" clId="{04F2621E-6B6D-414E-A6BA-4F312131FA26}" dt="2019-11-14T05:16:50.022" v="296" actId="1076"/>
          <ac:picMkLst>
            <pc:docMk/>
            <pc:sldMk cId="2499015605" sldId="262"/>
            <ac:picMk id="9" creationId="{1DCCD720-0C77-4004-BFA8-1744F6EC353D}"/>
          </ac:picMkLst>
        </pc:picChg>
      </pc:sldChg>
      <pc:sldChg chg="addSp delSp modSp add">
        <pc:chgData name="Su, Yufeng" userId="059540f0-66f7-414b-ae8d-312dc9673093" providerId="ADAL" clId="{04F2621E-6B6D-414E-A6BA-4F312131FA26}" dt="2019-11-14T05:40:20.016" v="519" actId="20577"/>
        <pc:sldMkLst>
          <pc:docMk/>
          <pc:sldMk cId="1456473949" sldId="263"/>
        </pc:sldMkLst>
        <pc:spChg chg="del">
          <ac:chgData name="Su, Yufeng" userId="059540f0-66f7-414b-ae8d-312dc9673093" providerId="ADAL" clId="{04F2621E-6B6D-414E-A6BA-4F312131FA26}" dt="2019-11-14T05:17:16.140" v="304"/>
          <ac:spMkLst>
            <pc:docMk/>
            <pc:sldMk cId="1456473949" sldId="263"/>
            <ac:spMk id="2" creationId="{1695763F-F329-42AF-B993-F492D22B6D94}"/>
          </ac:spMkLst>
        </pc:spChg>
        <pc:spChg chg="del">
          <ac:chgData name="Su, Yufeng" userId="059540f0-66f7-414b-ae8d-312dc9673093" providerId="ADAL" clId="{04F2621E-6B6D-414E-A6BA-4F312131FA26}" dt="2019-11-14T05:17:16.140" v="304"/>
          <ac:spMkLst>
            <pc:docMk/>
            <pc:sldMk cId="1456473949" sldId="263"/>
            <ac:spMk id="3" creationId="{D0043FE0-1F10-42F0-AC44-C52385CD23A9}"/>
          </ac:spMkLst>
        </pc:spChg>
        <pc:spChg chg="add mod">
          <ac:chgData name="Su, Yufeng" userId="059540f0-66f7-414b-ae8d-312dc9673093" providerId="ADAL" clId="{04F2621E-6B6D-414E-A6BA-4F312131FA26}" dt="2019-11-14T05:18:05.309" v="332" actId="403"/>
          <ac:spMkLst>
            <pc:docMk/>
            <pc:sldMk cId="1456473949" sldId="263"/>
            <ac:spMk id="4" creationId="{2B9A2B1F-788C-49F9-AB75-6E687727B888}"/>
          </ac:spMkLst>
        </pc:spChg>
        <pc:spChg chg="add mod">
          <ac:chgData name="Su, Yufeng" userId="059540f0-66f7-414b-ae8d-312dc9673093" providerId="ADAL" clId="{04F2621E-6B6D-414E-A6BA-4F312131FA26}" dt="2019-11-14T05:17:16.140" v="304"/>
          <ac:spMkLst>
            <pc:docMk/>
            <pc:sldMk cId="1456473949" sldId="263"/>
            <ac:spMk id="5" creationId="{EF7A7438-847A-4958-98EB-F0AAEAB11203}"/>
          </ac:spMkLst>
        </pc:spChg>
        <pc:spChg chg="add mod">
          <ac:chgData name="Su, Yufeng" userId="059540f0-66f7-414b-ae8d-312dc9673093" providerId="ADAL" clId="{04F2621E-6B6D-414E-A6BA-4F312131FA26}" dt="2019-11-14T05:40:20.016" v="519" actId="20577"/>
          <ac:spMkLst>
            <pc:docMk/>
            <pc:sldMk cId="1456473949" sldId="263"/>
            <ac:spMk id="6" creationId="{E41877C1-7FFE-41E3-92F9-FF7890E1BF94}"/>
          </ac:spMkLst>
        </pc:spChg>
      </pc:sldChg>
      <pc:sldChg chg="add del">
        <pc:chgData name="Su, Yufeng" userId="059540f0-66f7-414b-ae8d-312dc9673093" providerId="ADAL" clId="{04F2621E-6B6D-414E-A6BA-4F312131FA26}" dt="2019-11-14T05:16:06.842" v="267"/>
        <pc:sldMkLst>
          <pc:docMk/>
          <pc:sldMk cId="2384942485" sldId="263"/>
        </pc:sldMkLst>
      </pc:sldChg>
      <pc:sldChg chg="addSp delSp modSp add del">
        <pc:chgData name="Su, Yufeng" userId="059540f0-66f7-414b-ae8d-312dc9673093" providerId="ADAL" clId="{04F2621E-6B6D-414E-A6BA-4F312131FA26}" dt="2019-11-14T07:50:46.432" v="2297" actId="2696"/>
        <pc:sldMkLst>
          <pc:docMk/>
          <pc:sldMk cId="247887269" sldId="264"/>
        </pc:sldMkLst>
        <pc:spChg chg="del">
          <ac:chgData name="Su, Yufeng" userId="059540f0-66f7-414b-ae8d-312dc9673093" providerId="ADAL" clId="{04F2621E-6B6D-414E-A6BA-4F312131FA26}" dt="2019-11-14T05:23:36.808" v="367"/>
          <ac:spMkLst>
            <pc:docMk/>
            <pc:sldMk cId="247887269" sldId="264"/>
            <ac:spMk id="2" creationId="{861C8113-63C8-4101-8BB2-46B8D2B2546C}"/>
          </ac:spMkLst>
        </pc:spChg>
        <pc:spChg chg="del">
          <ac:chgData name="Su, Yufeng" userId="059540f0-66f7-414b-ae8d-312dc9673093" providerId="ADAL" clId="{04F2621E-6B6D-414E-A6BA-4F312131FA26}" dt="2019-11-14T05:23:36.808" v="367"/>
          <ac:spMkLst>
            <pc:docMk/>
            <pc:sldMk cId="247887269" sldId="264"/>
            <ac:spMk id="3" creationId="{BFA904A7-3567-4197-A1CA-4576F465DF73}"/>
          </ac:spMkLst>
        </pc:spChg>
        <pc:spChg chg="del">
          <ac:chgData name="Su, Yufeng" userId="059540f0-66f7-414b-ae8d-312dc9673093" providerId="ADAL" clId="{04F2621E-6B6D-414E-A6BA-4F312131FA26}" dt="2019-11-14T05:23:36.808" v="367"/>
          <ac:spMkLst>
            <pc:docMk/>
            <pc:sldMk cId="247887269" sldId="264"/>
            <ac:spMk id="4" creationId="{B9413D91-E486-46EC-AD16-909F51F1CD5A}"/>
          </ac:spMkLst>
        </pc:spChg>
        <pc:spChg chg="add del mod">
          <ac:chgData name="Su, Yufeng" userId="059540f0-66f7-414b-ae8d-312dc9673093" providerId="ADAL" clId="{04F2621E-6B6D-414E-A6BA-4F312131FA26}" dt="2019-11-14T05:23:44.269" v="368"/>
          <ac:spMkLst>
            <pc:docMk/>
            <pc:sldMk cId="247887269" sldId="264"/>
            <ac:spMk id="5" creationId="{81327B19-EC28-4BC8-B8B9-DFACE6DD53C1}"/>
          </ac:spMkLst>
        </pc:spChg>
        <pc:spChg chg="add del mod">
          <ac:chgData name="Su, Yufeng" userId="059540f0-66f7-414b-ae8d-312dc9673093" providerId="ADAL" clId="{04F2621E-6B6D-414E-A6BA-4F312131FA26}" dt="2019-11-14T05:23:44.269" v="368"/>
          <ac:spMkLst>
            <pc:docMk/>
            <pc:sldMk cId="247887269" sldId="264"/>
            <ac:spMk id="6" creationId="{37BB9121-81DD-46E5-9EC0-FB21944740DE}"/>
          </ac:spMkLst>
        </pc:spChg>
        <pc:picChg chg="add mod">
          <ac:chgData name="Su, Yufeng" userId="059540f0-66f7-414b-ae8d-312dc9673093" providerId="ADAL" clId="{04F2621E-6B6D-414E-A6BA-4F312131FA26}" dt="2019-11-14T05:25:08.816" v="371" actId="962"/>
          <ac:picMkLst>
            <pc:docMk/>
            <pc:sldMk cId="247887269" sldId="264"/>
            <ac:picMk id="8" creationId="{D7B0479F-7721-4D9E-B7A0-338B325F481D}"/>
          </ac:picMkLst>
        </pc:picChg>
      </pc:sldChg>
      <pc:sldChg chg="add">
        <pc:chgData name="Su, Yufeng" userId="059540f0-66f7-414b-ae8d-312dc9673093" providerId="ADAL" clId="{04F2621E-6B6D-414E-A6BA-4F312131FA26}" dt="2019-11-14T07:50:49.093" v="2299"/>
        <pc:sldMkLst>
          <pc:docMk/>
          <pc:sldMk cId="1179653533" sldId="264"/>
        </pc:sldMkLst>
      </pc:sldChg>
      <pc:sldChg chg="modSp add">
        <pc:chgData name="Su, Yufeng" userId="059540f0-66f7-414b-ae8d-312dc9673093" providerId="ADAL" clId="{04F2621E-6B6D-414E-A6BA-4F312131FA26}" dt="2019-11-14T09:03:36.921" v="3653" actId="2711"/>
        <pc:sldMkLst>
          <pc:docMk/>
          <pc:sldMk cId="3733110474" sldId="265"/>
        </pc:sldMkLst>
        <pc:spChg chg="mod">
          <ac:chgData name="Su, Yufeng" userId="059540f0-66f7-414b-ae8d-312dc9673093" providerId="ADAL" clId="{04F2621E-6B6D-414E-A6BA-4F312131FA26}" dt="2019-11-14T09:03:36.921" v="3653" actId="2711"/>
          <ac:spMkLst>
            <pc:docMk/>
            <pc:sldMk cId="3733110474" sldId="265"/>
            <ac:spMk id="4" creationId="{5383C779-AEC2-49DA-A291-58020460D2DB}"/>
          </ac:spMkLst>
        </pc:spChg>
      </pc:sldChg>
      <pc:sldChg chg="addSp delSp modSp add del">
        <pc:chgData name="Su, Yufeng" userId="059540f0-66f7-414b-ae8d-312dc9673093" providerId="ADAL" clId="{04F2621E-6B6D-414E-A6BA-4F312131FA26}" dt="2019-11-14T07:50:46.433" v="2298" actId="2696"/>
        <pc:sldMkLst>
          <pc:docMk/>
          <pc:sldMk cId="3921276621" sldId="265"/>
        </pc:sldMkLst>
        <pc:spChg chg="add mod">
          <ac:chgData name="Su, Yufeng" userId="059540f0-66f7-414b-ae8d-312dc9673093" providerId="ADAL" clId="{04F2621E-6B6D-414E-A6BA-4F312131FA26}" dt="2019-11-14T05:28:11.322" v="382" actId="113"/>
          <ac:spMkLst>
            <pc:docMk/>
            <pc:sldMk cId="3921276621" sldId="265"/>
            <ac:spMk id="2" creationId="{39E49298-6001-44FC-9300-586D8D8FDFF5}"/>
          </ac:spMkLst>
        </pc:spChg>
        <pc:spChg chg="add del mod">
          <ac:chgData name="Su, Yufeng" userId="059540f0-66f7-414b-ae8d-312dc9673093" providerId="ADAL" clId="{04F2621E-6B6D-414E-A6BA-4F312131FA26}" dt="2019-11-14T05:28:21.737" v="383"/>
          <ac:spMkLst>
            <pc:docMk/>
            <pc:sldMk cId="3921276621" sldId="265"/>
            <ac:spMk id="3" creationId="{8FDF6D4A-80BA-474A-87BE-617F088E6715}"/>
          </ac:spMkLst>
        </pc:spChg>
        <pc:spChg chg="add del mod">
          <ac:chgData name="Su, Yufeng" userId="059540f0-66f7-414b-ae8d-312dc9673093" providerId="ADAL" clId="{04F2621E-6B6D-414E-A6BA-4F312131FA26}" dt="2019-11-14T05:33:13.321" v="439" actId="12"/>
          <ac:spMkLst>
            <pc:docMk/>
            <pc:sldMk cId="3921276621" sldId="265"/>
            <ac:spMk id="4" creationId="{5383C779-AEC2-49DA-A291-58020460D2DB}"/>
          </ac:spMkLst>
        </pc:spChg>
        <pc:spChg chg="add del mod">
          <ac:chgData name="Su, Yufeng" userId="059540f0-66f7-414b-ae8d-312dc9673093" providerId="ADAL" clId="{04F2621E-6B6D-414E-A6BA-4F312131FA26}" dt="2019-11-14T05:31:29.249" v="411" actId="11529"/>
          <ac:spMkLst>
            <pc:docMk/>
            <pc:sldMk cId="3921276621" sldId="265"/>
            <ac:spMk id="11" creationId="{CC5E1146-56D6-4AA9-82A7-90BF1CA0776B}"/>
          </ac:spMkLst>
        </pc:spChg>
        <pc:spChg chg="add del mod">
          <ac:chgData name="Su, Yufeng" userId="059540f0-66f7-414b-ae8d-312dc9673093" providerId="ADAL" clId="{04F2621E-6B6D-414E-A6BA-4F312131FA26}" dt="2019-11-14T05:31:27.708" v="407"/>
          <ac:spMkLst>
            <pc:docMk/>
            <pc:sldMk cId="3921276621" sldId="265"/>
            <ac:spMk id="12" creationId="{F7ED7023-C400-40C3-B6F9-BE56FC6C39B8}"/>
          </ac:spMkLst>
        </pc:spChg>
        <pc:picChg chg="add del mod">
          <ac:chgData name="Su, Yufeng" userId="059540f0-66f7-414b-ae8d-312dc9673093" providerId="ADAL" clId="{04F2621E-6B6D-414E-A6BA-4F312131FA26}" dt="2019-11-14T05:31:31.280" v="419"/>
          <ac:picMkLst>
            <pc:docMk/>
            <pc:sldMk cId="3921276621" sldId="265"/>
            <ac:picMk id="6" creationId="{A4E958CE-D4E0-4DBF-9642-6904AF7829FB}"/>
          </ac:picMkLst>
        </pc:picChg>
        <pc:picChg chg="add del mod">
          <ac:chgData name="Su, Yufeng" userId="059540f0-66f7-414b-ae8d-312dc9673093" providerId="ADAL" clId="{04F2621E-6B6D-414E-A6BA-4F312131FA26}" dt="2019-11-14T05:31:30.393" v="416"/>
          <ac:picMkLst>
            <pc:docMk/>
            <pc:sldMk cId="3921276621" sldId="265"/>
            <ac:picMk id="8" creationId="{49840623-E8BF-46D7-91E4-2AC96A5E810D}"/>
          </ac:picMkLst>
        </pc:picChg>
        <pc:picChg chg="add del mod">
          <ac:chgData name="Su, Yufeng" userId="059540f0-66f7-414b-ae8d-312dc9673093" providerId="ADAL" clId="{04F2621E-6B6D-414E-A6BA-4F312131FA26}" dt="2019-11-14T05:31:29.907" v="414"/>
          <ac:picMkLst>
            <pc:docMk/>
            <pc:sldMk cId="3921276621" sldId="265"/>
            <ac:picMk id="10" creationId="{2EB77A6E-221A-4967-AC22-415D13CB5CC3}"/>
          </ac:picMkLst>
        </pc:picChg>
        <pc:picChg chg="add del mod">
          <ac:chgData name="Su, Yufeng" userId="059540f0-66f7-414b-ae8d-312dc9673093" providerId="ADAL" clId="{04F2621E-6B6D-414E-A6BA-4F312131FA26}" dt="2019-11-14T05:32:14.712" v="423" actId="478"/>
          <ac:picMkLst>
            <pc:docMk/>
            <pc:sldMk cId="3921276621" sldId="265"/>
            <ac:picMk id="14" creationId="{0088C41E-89F6-4376-B4EF-87243EBE325D}"/>
          </ac:picMkLst>
        </pc:picChg>
      </pc:sldChg>
      <pc:sldChg chg="addSp delSp modSp add del modAnim">
        <pc:chgData name="Su, Yufeng" userId="059540f0-66f7-414b-ae8d-312dc9673093" providerId="ADAL" clId="{04F2621E-6B6D-414E-A6BA-4F312131FA26}" dt="2019-11-14T07:50:46.421" v="2290" actId="2696"/>
        <pc:sldMkLst>
          <pc:docMk/>
          <pc:sldMk cId="1206498645" sldId="266"/>
        </pc:sldMkLst>
        <pc:spChg chg="mod">
          <ac:chgData name="Su, Yufeng" userId="059540f0-66f7-414b-ae8d-312dc9673093" providerId="ADAL" clId="{04F2621E-6B6D-414E-A6BA-4F312131FA26}" dt="2019-11-14T05:34:09.362" v="456" actId="113"/>
          <ac:spMkLst>
            <pc:docMk/>
            <pc:sldMk cId="1206498645" sldId="266"/>
            <ac:spMk id="2" creationId="{2F09FBBE-73FF-4FE9-8EB7-52DB7B48C469}"/>
          </ac:spMkLst>
        </pc:spChg>
        <pc:spChg chg="del">
          <ac:chgData name="Su, Yufeng" userId="059540f0-66f7-414b-ae8d-312dc9673093" providerId="ADAL" clId="{04F2621E-6B6D-414E-A6BA-4F312131FA26}" dt="2019-11-14T05:35:02.684" v="457"/>
          <ac:spMkLst>
            <pc:docMk/>
            <pc:sldMk cId="1206498645" sldId="266"/>
            <ac:spMk id="3" creationId="{6BC27036-73C5-4E92-A529-C220A9C6F85A}"/>
          </ac:spMkLst>
        </pc:spChg>
        <pc:spChg chg="add mod">
          <ac:chgData name="Su, Yufeng" userId="059540f0-66f7-414b-ae8d-312dc9673093" providerId="ADAL" clId="{04F2621E-6B6D-414E-A6BA-4F312131FA26}" dt="2019-11-14T05:35:43.953" v="470" actId="1076"/>
          <ac:spMkLst>
            <pc:docMk/>
            <pc:sldMk cId="1206498645" sldId="266"/>
            <ac:spMk id="6" creationId="{39993082-6E90-4C1F-9323-EE661D59D0DD}"/>
          </ac:spMkLst>
        </pc:spChg>
        <pc:picChg chg="add mod">
          <ac:chgData name="Su, Yufeng" userId="059540f0-66f7-414b-ae8d-312dc9673093" providerId="ADAL" clId="{04F2621E-6B6D-414E-A6BA-4F312131FA26}" dt="2019-11-14T05:35:55.846" v="471" actId="14100"/>
          <ac:picMkLst>
            <pc:docMk/>
            <pc:sldMk cId="1206498645" sldId="266"/>
            <ac:picMk id="5" creationId="{276381B9-9EB4-4E78-BA21-9BF983FDEBA6}"/>
          </ac:picMkLst>
        </pc:picChg>
      </pc:sldChg>
      <pc:sldChg chg="modSp add">
        <pc:chgData name="Su, Yufeng" userId="059540f0-66f7-414b-ae8d-312dc9673093" providerId="ADAL" clId="{04F2621E-6B6D-414E-A6BA-4F312131FA26}" dt="2019-11-14T09:03:43.481" v="3654" actId="2711"/>
        <pc:sldMkLst>
          <pc:docMk/>
          <pc:sldMk cId="2089891083" sldId="266"/>
        </pc:sldMkLst>
        <pc:spChg chg="mod">
          <ac:chgData name="Su, Yufeng" userId="059540f0-66f7-414b-ae8d-312dc9673093" providerId="ADAL" clId="{04F2621E-6B6D-414E-A6BA-4F312131FA26}" dt="2019-11-14T09:03:43.481" v="3654" actId="2711"/>
          <ac:spMkLst>
            <pc:docMk/>
            <pc:sldMk cId="2089891083" sldId="266"/>
            <ac:spMk id="6" creationId="{39993082-6E90-4C1F-9323-EE661D59D0DD}"/>
          </ac:spMkLst>
        </pc:spChg>
      </pc:sldChg>
      <pc:sldChg chg="addSp delSp modSp add addAnim delAnim modAnim">
        <pc:chgData name="Su, Yufeng" userId="059540f0-66f7-414b-ae8d-312dc9673093" providerId="ADAL" clId="{04F2621E-6B6D-414E-A6BA-4F312131FA26}" dt="2019-11-14T09:05:08.826" v="3655" actId="478"/>
        <pc:sldMkLst>
          <pc:docMk/>
          <pc:sldMk cId="1795854042" sldId="267"/>
        </pc:sldMkLst>
        <pc:spChg chg="mod">
          <ac:chgData name="Su, Yufeng" userId="059540f0-66f7-414b-ae8d-312dc9673093" providerId="ADAL" clId="{04F2621E-6B6D-414E-A6BA-4F312131FA26}" dt="2019-11-14T05:42:06.407" v="554" actId="20577"/>
          <ac:spMkLst>
            <pc:docMk/>
            <pc:sldMk cId="1795854042" sldId="267"/>
            <ac:spMk id="2" creationId="{C6B9E612-5576-4C7E-8E27-96D1BB1B6FDD}"/>
          </ac:spMkLst>
        </pc:spChg>
        <pc:spChg chg="mod">
          <ac:chgData name="Su, Yufeng" userId="059540f0-66f7-414b-ae8d-312dc9673093" providerId="ADAL" clId="{04F2621E-6B6D-414E-A6BA-4F312131FA26}" dt="2019-11-14T08:52:31.474" v="3490" actId="20577"/>
          <ac:spMkLst>
            <pc:docMk/>
            <pc:sldMk cId="1795854042" sldId="267"/>
            <ac:spMk id="3" creationId="{387FD0C2-D5AA-410B-996D-199F4043F4D4}"/>
          </ac:spMkLst>
        </pc:spChg>
        <pc:spChg chg="add del mod">
          <ac:chgData name="Su, Yufeng" userId="059540f0-66f7-414b-ae8d-312dc9673093" providerId="ADAL" clId="{04F2621E-6B6D-414E-A6BA-4F312131FA26}" dt="2019-11-14T06:12:50.015" v="1056" actId="478"/>
          <ac:spMkLst>
            <pc:docMk/>
            <pc:sldMk cId="1795854042" sldId="267"/>
            <ac:spMk id="4" creationId="{D1E8B229-A62F-4E4E-96FE-1C6FD09141A7}"/>
          </ac:spMkLst>
        </pc:spChg>
        <pc:picChg chg="add del mod">
          <ac:chgData name="Su, Yufeng" userId="059540f0-66f7-414b-ae8d-312dc9673093" providerId="ADAL" clId="{04F2621E-6B6D-414E-A6BA-4F312131FA26}" dt="2019-11-14T09:05:08.826" v="3655" actId="478"/>
          <ac:picMkLst>
            <pc:docMk/>
            <pc:sldMk cId="1795854042" sldId="267"/>
            <ac:picMk id="6" creationId="{64FED1D4-C029-4C7C-839B-8CDCCEF3A5FE}"/>
          </ac:picMkLst>
        </pc:picChg>
      </pc:sldChg>
      <pc:sldChg chg="modSp add">
        <pc:chgData name="Su, Yufeng" userId="059540f0-66f7-414b-ae8d-312dc9673093" providerId="ADAL" clId="{04F2621E-6B6D-414E-A6BA-4F312131FA26}" dt="2019-11-14T05:50:08.202" v="613"/>
        <pc:sldMkLst>
          <pc:docMk/>
          <pc:sldMk cId="3911270040" sldId="268"/>
        </pc:sldMkLst>
        <pc:spChg chg="mod">
          <ac:chgData name="Su, Yufeng" userId="059540f0-66f7-414b-ae8d-312dc9673093" providerId="ADAL" clId="{04F2621E-6B6D-414E-A6BA-4F312131FA26}" dt="2019-11-14T05:39:14.177" v="479" actId="27636"/>
          <ac:spMkLst>
            <pc:docMk/>
            <pc:sldMk cId="3911270040" sldId="268"/>
            <ac:spMk id="4" creationId="{9B9ED15B-FB92-4277-8E79-9772CAAE01E2}"/>
          </ac:spMkLst>
        </pc:spChg>
        <pc:spChg chg="mod">
          <ac:chgData name="Su, Yufeng" userId="059540f0-66f7-414b-ae8d-312dc9673093" providerId="ADAL" clId="{04F2621E-6B6D-414E-A6BA-4F312131FA26}" dt="2019-11-14T05:50:08.202" v="613"/>
          <ac:spMkLst>
            <pc:docMk/>
            <pc:sldMk cId="3911270040" sldId="268"/>
            <ac:spMk id="5" creationId="{A462B1E1-2806-4F29-B2E8-A34B79F932EF}"/>
          </ac:spMkLst>
        </pc:spChg>
      </pc:sldChg>
      <pc:sldChg chg="add del">
        <pc:chgData name="Su, Yufeng" userId="059540f0-66f7-414b-ae8d-312dc9673093" providerId="ADAL" clId="{04F2621E-6B6D-414E-A6BA-4F312131FA26}" dt="2019-11-14T05:38:54.995" v="477" actId="2696"/>
        <pc:sldMkLst>
          <pc:docMk/>
          <pc:sldMk cId="498008477" sldId="269"/>
        </pc:sldMkLst>
      </pc:sldChg>
      <pc:sldChg chg="modSp add">
        <pc:chgData name="Su, Yufeng" userId="059540f0-66f7-414b-ae8d-312dc9673093" providerId="ADAL" clId="{04F2621E-6B6D-414E-A6BA-4F312131FA26}" dt="2019-11-14T06:35:47.650" v="1516" actId="403"/>
        <pc:sldMkLst>
          <pc:docMk/>
          <pc:sldMk cId="2723132403" sldId="269"/>
        </pc:sldMkLst>
        <pc:spChg chg="mod">
          <ac:chgData name="Su, Yufeng" userId="059540f0-66f7-414b-ae8d-312dc9673093" providerId="ADAL" clId="{04F2621E-6B6D-414E-A6BA-4F312131FA26}" dt="2019-11-14T06:17:55.620" v="1260" actId="20577"/>
          <ac:spMkLst>
            <pc:docMk/>
            <pc:sldMk cId="2723132403" sldId="269"/>
            <ac:spMk id="2" creationId="{974487A4-D257-46F8-B0FC-21AD6C20C777}"/>
          </ac:spMkLst>
        </pc:spChg>
        <pc:spChg chg="mod">
          <ac:chgData name="Su, Yufeng" userId="059540f0-66f7-414b-ae8d-312dc9673093" providerId="ADAL" clId="{04F2621E-6B6D-414E-A6BA-4F312131FA26}" dt="2019-11-14T06:35:47.650" v="1516" actId="403"/>
          <ac:spMkLst>
            <pc:docMk/>
            <pc:sldMk cId="2723132403" sldId="269"/>
            <ac:spMk id="3" creationId="{44A37D25-A89C-4E1F-BA9C-C38BB6DBD382}"/>
          </ac:spMkLst>
        </pc:spChg>
      </pc:sldChg>
      <pc:sldChg chg="addSp delSp modSp add modAnim">
        <pc:chgData name="Su, Yufeng" userId="059540f0-66f7-414b-ae8d-312dc9673093" providerId="ADAL" clId="{04F2621E-6B6D-414E-A6BA-4F312131FA26}" dt="2019-11-14T09:02:12.440" v="3562" actId="1035"/>
        <pc:sldMkLst>
          <pc:docMk/>
          <pc:sldMk cId="3624289642" sldId="270"/>
        </pc:sldMkLst>
        <pc:spChg chg="mod">
          <ac:chgData name="Su, Yufeng" userId="059540f0-66f7-414b-ae8d-312dc9673093" providerId="ADAL" clId="{04F2621E-6B6D-414E-A6BA-4F312131FA26}" dt="2019-11-14T06:19:06.287" v="1281" actId="20577"/>
          <ac:spMkLst>
            <pc:docMk/>
            <pc:sldMk cId="3624289642" sldId="270"/>
            <ac:spMk id="2" creationId="{79E2EFBD-026E-4EF1-AAE3-024912E1DFE5}"/>
          </ac:spMkLst>
        </pc:spChg>
        <pc:spChg chg="mod">
          <ac:chgData name="Su, Yufeng" userId="059540f0-66f7-414b-ae8d-312dc9673093" providerId="ADAL" clId="{04F2621E-6B6D-414E-A6BA-4F312131FA26}" dt="2019-11-14T09:01:50.601" v="3542" actId="20577"/>
          <ac:spMkLst>
            <pc:docMk/>
            <pc:sldMk cId="3624289642" sldId="270"/>
            <ac:spMk id="3" creationId="{C078A86E-8117-4FBF-B1C8-48B1125FF02B}"/>
          </ac:spMkLst>
        </pc:spChg>
        <pc:spChg chg="add del mod">
          <ac:chgData name="Su, Yufeng" userId="059540f0-66f7-414b-ae8d-312dc9673093" providerId="ADAL" clId="{04F2621E-6B6D-414E-A6BA-4F312131FA26}" dt="2019-11-14T06:23:31.533" v="1283" actId="478"/>
          <ac:spMkLst>
            <pc:docMk/>
            <pc:sldMk cId="3624289642" sldId="270"/>
            <ac:spMk id="4" creationId="{25FC8435-1C9A-417C-84C2-66DB43BA52F8}"/>
          </ac:spMkLst>
        </pc:spChg>
        <pc:spChg chg="add mod">
          <ac:chgData name="Su, Yufeng" userId="059540f0-66f7-414b-ae8d-312dc9673093" providerId="ADAL" clId="{04F2621E-6B6D-414E-A6BA-4F312131FA26}" dt="2019-11-14T09:02:05.521" v="3550" actId="1035"/>
          <ac:spMkLst>
            <pc:docMk/>
            <pc:sldMk cId="3624289642" sldId="270"/>
            <ac:spMk id="11" creationId="{A4700C29-0D65-4C76-BC04-D454A4179005}"/>
          </ac:spMkLst>
        </pc:spChg>
        <pc:spChg chg="add del mod">
          <ac:chgData name="Su, Yufeng" userId="059540f0-66f7-414b-ae8d-312dc9673093" providerId="ADAL" clId="{04F2621E-6B6D-414E-A6BA-4F312131FA26}" dt="2019-11-14T06:27:44.734" v="1368" actId="11529"/>
          <ac:spMkLst>
            <pc:docMk/>
            <pc:sldMk cId="3624289642" sldId="270"/>
            <ac:spMk id="14" creationId="{4E5136AE-0429-436E-8E6F-D413D82E0884}"/>
          </ac:spMkLst>
        </pc:spChg>
        <pc:spChg chg="add mod">
          <ac:chgData name="Su, Yufeng" userId="059540f0-66f7-414b-ae8d-312dc9673093" providerId="ADAL" clId="{04F2621E-6B6D-414E-A6BA-4F312131FA26}" dt="2019-11-14T09:02:05.521" v="3550" actId="1035"/>
          <ac:spMkLst>
            <pc:docMk/>
            <pc:sldMk cId="3624289642" sldId="270"/>
            <ac:spMk id="18" creationId="{DE755EF0-C126-4D55-87B4-D4BA8193ADB6}"/>
          </ac:spMkLst>
        </pc:spChg>
        <pc:spChg chg="add mod">
          <ac:chgData name="Su, Yufeng" userId="059540f0-66f7-414b-ae8d-312dc9673093" providerId="ADAL" clId="{04F2621E-6B6D-414E-A6BA-4F312131FA26}" dt="2019-11-14T06:29:23.622" v="1452" actId="571"/>
          <ac:spMkLst>
            <pc:docMk/>
            <pc:sldMk cId="3624289642" sldId="270"/>
            <ac:spMk id="19" creationId="{BD176A26-7D84-47EB-B75B-28FDE48E159D}"/>
          </ac:spMkLst>
        </pc:spChg>
        <pc:spChg chg="add mod">
          <ac:chgData name="Su, Yufeng" userId="059540f0-66f7-414b-ae8d-312dc9673093" providerId="ADAL" clId="{04F2621E-6B6D-414E-A6BA-4F312131FA26}" dt="2019-11-14T09:02:05.521" v="3550" actId="1035"/>
          <ac:spMkLst>
            <pc:docMk/>
            <pc:sldMk cId="3624289642" sldId="270"/>
            <ac:spMk id="25" creationId="{22DBD33E-FF27-4BC3-8C3D-7E3BC6BDBFF7}"/>
          </ac:spMkLst>
        </pc:spChg>
        <pc:spChg chg="add del mod">
          <ac:chgData name="Su, Yufeng" userId="059540f0-66f7-414b-ae8d-312dc9673093" providerId="ADAL" clId="{04F2621E-6B6D-414E-A6BA-4F312131FA26}" dt="2019-11-14T09:02:12.440" v="3562" actId="1035"/>
          <ac:spMkLst>
            <pc:docMk/>
            <pc:sldMk cId="3624289642" sldId="270"/>
            <ac:spMk id="30" creationId="{52C7004E-9621-4083-8D02-93F33E46DBD3}"/>
          </ac:spMkLst>
        </pc:spChg>
        <pc:spChg chg="add mod">
          <ac:chgData name="Su, Yufeng" userId="059540f0-66f7-414b-ae8d-312dc9673093" providerId="ADAL" clId="{04F2621E-6B6D-414E-A6BA-4F312131FA26}" dt="2019-11-14T09:02:12.440" v="3562" actId="1035"/>
          <ac:spMkLst>
            <pc:docMk/>
            <pc:sldMk cId="3624289642" sldId="270"/>
            <ac:spMk id="32" creationId="{A28BEB6E-7FDD-4CD4-BF20-C108B651B852}"/>
          </ac:spMkLst>
        </pc:spChg>
        <pc:picChg chg="add mod">
          <ac:chgData name="Su, Yufeng" userId="059540f0-66f7-414b-ae8d-312dc9673093" providerId="ADAL" clId="{04F2621E-6B6D-414E-A6BA-4F312131FA26}" dt="2019-11-14T09:02:05.521" v="3550" actId="1035"/>
          <ac:picMkLst>
            <pc:docMk/>
            <pc:sldMk cId="3624289642" sldId="270"/>
            <ac:picMk id="6" creationId="{E7D8F01A-ED56-45C0-953B-B2E93A2C5353}"/>
          </ac:picMkLst>
        </pc:picChg>
        <pc:picChg chg="add mod">
          <ac:chgData name="Su, Yufeng" userId="059540f0-66f7-414b-ae8d-312dc9673093" providerId="ADAL" clId="{04F2621E-6B6D-414E-A6BA-4F312131FA26}" dt="2019-11-14T09:02:12.440" v="3562" actId="1035"/>
          <ac:picMkLst>
            <pc:docMk/>
            <pc:sldMk cId="3624289642" sldId="270"/>
            <ac:picMk id="8" creationId="{F1D063F1-A8BC-41F3-99E9-A8092F2707EC}"/>
          </ac:picMkLst>
        </pc:picChg>
        <pc:picChg chg="add mod">
          <ac:chgData name="Su, Yufeng" userId="059540f0-66f7-414b-ae8d-312dc9673093" providerId="ADAL" clId="{04F2621E-6B6D-414E-A6BA-4F312131FA26}" dt="2019-11-14T06:29:23.622" v="1452" actId="571"/>
          <ac:picMkLst>
            <pc:docMk/>
            <pc:sldMk cId="3624289642" sldId="270"/>
            <ac:picMk id="20" creationId="{6EE83529-C60D-44E6-B33F-468419B52F5E}"/>
          </ac:picMkLst>
        </pc:picChg>
        <pc:cxnChg chg="add mod">
          <ac:chgData name="Su, Yufeng" userId="059540f0-66f7-414b-ae8d-312dc9673093" providerId="ADAL" clId="{04F2621E-6B6D-414E-A6BA-4F312131FA26}" dt="2019-11-14T09:02:05.521" v="3550" actId="1035"/>
          <ac:cxnSpMkLst>
            <pc:docMk/>
            <pc:sldMk cId="3624289642" sldId="270"/>
            <ac:cxnSpMk id="10" creationId="{E97D0186-0770-4AE2-A95C-0C20B971576D}"/>
          </ac:cxnSpMkLst>
        </pc:cxnChg>
        <pc:cxnChg chg="add del mod">
          <ac:chgData name="Su, Yufeng" userId="059540f0-66f7-414b-ae8d-312dc9673093" providerId="ADAL" clId="{04F2621E-6B6D-414E-A6BA-4F312131FA26}" dt="2019-11-14T06:27:39.741" v="1366" actId="11529"/>
          <ac:cxnSpMkLst>
            <pc:docMk/>
            <pc:sldMk cId="3624289642" sldId="270"/>
            <ac:cxnSpMk id="13" creationId="{05E6CE4F-8551-4B32-9D5B-AE991023FC29}"/>
          </ac:cxnSpMkLst>
        </pc:cxnChg>
        <pc:cxnChg chg="add mod">
          <ac:chgData name="Su, Yufeng" userId="059540f0-66f7-414b-ae8d-312dc9673093" providerId="ADAL" clId="{04F2621E-6B6D-414E-A6BA-4F312131FA26}" dt="2019-11-14T09:02:05.521" v="3550" actId="1035"/>
          <ac:cxnSpMkLst>
            <pc:docMk/>
            <pc:sldMk cId="3624289642" sldId="270"/>
            <ac:cxnSpMk id="16" creationId="{4F4D8620-50A8-4650-8510-D8C83E851481}"/>
          </ac:cxnSpMkLst>
        </pc:cxnChg>
        <pc:cxnChg chg="add del mod">
          <ac:chgData name="Su, Yufeng" userId="059540f0-66f7-414b-ae8d-312dc9673093" providerId="ADAL" clId="{04F2621E-6B6D-414E-A6BA-4F312131FA26}" dt="2019-11-14T06:30:44.459" v="1462" actId="11529"/>
          <ac:cxnSpMkLst>
            <pc:docMk/>
            <pc:sldMk cId="3624289642" sldId="270"/>
            <ac:cxnSpMk id="22" creationId="{C9265D22-0680-45EE-82D6-F58A0AAE7137}"/>
          </ac:cxnSpMkLst>
        </pc:cxnChg>
        <pc:cxnChg chg="add mod">
          <ac:chgData name="Su, Yufeng" userId="059540f0-66f7-414b-ae8d-312dc9673093" providerId="ADAL" clId="{04F2621E-6B6D-414E-A6BA-4F312131FA26}" dt="2019-11-14T09:02:05.521" v="3550" actId="1035"/>
          <ac:cxnSpMkLst>
            <pc:docMk/>
            <pc:sldMk cId="3624289642" sldId="270"/>
            <ac:cxnSpMk id="24" creationId="{3FFF712B-95BD-474B-9FC9-5F57C0F1EEB3}"/>
          </ac:cxnSpMkLst>
        </pc:cxnChg>
        <pc:cxnChg chg="add del mod">
          <ac:chgData name="Su, Yufeng" userId="059540f0-66f7-414b-ae8d-312dc9673093" providerId="ADAL" clId="{04F2621E-6B6D-414E-A6BA-4F312131FA26}" dt="2019-11-14T09:02:12.440" v="3562" actId="1035"/>
          <ac:cxnSpMkLst>
            <pc:docMk/>
            <pc:sldMk cId="3624289642" sldId="270"/>
            <ac:cxnSpMk id="29" creationId="{1C5F2286-60A3-49FE-B6C0-BE6DE2D893DD}"/>
          </ac:cxnSpMkLst>
        </pc:cxnChg>
        <pc:cxnChg chg="add mod">
          <ac:chgData name="Su, Yufeng" userId="059540f0-66f7-414b-ae8d-312dc9673093" providerId="ADAL" clId="{04F2621E-6B6D-414E-A6BA-4F312131FA26}" dt="2019-11-14T09:02:12.440" v="3562" actId="1035"/>
          <ac:cxnSpMkLst>
            <pc:docMk/>
            <pc:sldMk cId="3624289642" sldId="270"/>
            <ac:cxnSpMk id="31" creationId="{F12B0AE0-8E4F-4594-857E-BF3BDBEFB86B}"/>
          </ac:cxnSpMkLst>
        </pc:cxnChg>
      </pc:sldChg>
      <pc:sldChg chg="addSp delSp modSp add delAnim modAnim">
        <pc:chgData name="Su, Yufeng" userId="059540f0-66f7-414b-ae8d-312dc9673093" providerId="ADAL" clId="{04F2621E-6B6D-414E-A6BA-4F312131FA26}" dt="2019-11-14T09:02:24.695" v="3566" actId="404"/>
        <pc:sldMkLst>
          <pc:docMk/>
          <pc:sldMk cId="192269890" sldId="271"/>
        </pc:sldMkLst>
        <pc:spChg chg="mod">
          <ac:chgData name="Su, Yufeng" userId="059540f0-66f7-414b-ae8d-312dc9673093" providerId="ADAL" clId="{04F2621E-6B6D-414E-A6BA-4F312131FA26}" dt="2019-11-14T06:39:47.475" v="1600" actId="20577"/>
          <ac:spMkLst>
            <pc:docMk/>
            <pc:sldMk cId="192269890" sldId="271"/>
            <ac:spMk id="2" creationId="{80A620BE-1F1C-4D7C-8549-BE2D52F7941A}"/>
          </ac:spMkLst>
        </pc:spChg>
        <pc:spChg chg="mod">
          <ac:chgData name="Su, Yufeng" userId="059540f0-66f7-414b-ae8d-312dc9673093" providerId="ADAL" clId="{04F2621E-6B6D-414E-A6BA-4F312131FA26}" dt="2019-11-14T09:02:24.695" v="3566" actId="404"/>
          <ac:spMkLst>
            <pc:docMk/>
            <pc:sldMk cId="192269890" sldId="271"/>
            <ac:spMk id="3" creationId="{48617911-3BD1-42D8-9F9F-51BF93D94231}"/>
          </ac:spMkLst>
        </pc:spChg>
        <pc:spChg chg="add del">
          <ac:chgData name="Su, Yufeng" userId="059540f0-66f7-414b-ae8d-312dc9673093" providerId="ADAL" clId="{04F2621E-6B6D-414E-A6BA-4F312131FA26}" dt="2019-11-14T06:47:52.405" v="1754"/>
          <ac:spMkLst>
            <pc:docMk/>
            <pc:sldMk cId="192269890" sldId="271"/>
            <ac:spMk id="10" creationId="{6EAF5FF5-ED06-4683-AD36-B0903403EFDF}"/>
          </ac:spMkLst>
        </pc:spChg>
        <pc:spChg chg="add mod">
          <ac:chgData name="Su, Yufeng" userId="059540f0-66f7-414b-ae8d-312dc9673093" providerId="ADAL" clId="{04F2621E-6B6D-414E-A6BA-4F312131FA26}" dt="2019-11-14T06:52:34.980" v="1789" actId="571"/>
          <ac:spMkLst>
            <pc:docMk/>
            <pc:sldMk cId="192269890" sldId="271"/>
            <ac:spMk id="15" creationId="{55B1C532-155F-420E-9175-7101BB36C4CC}"/>
          </ac:spMkLst>
        </pc:spChg>
        <pc:spChg chg="add mod">
          <ac:chgData name="Su, Yufeng" userId="059540f0-66f7-414b-ae8d-312dc9673093" providerId="ADAL" clId="{04F2621E-6B6D-414E-A6BA-4F312131FA26}" dt="2019-11-14T06:52:40.651" v="1791" actId="571"/>
          <ac:spMkLst>
            <pc:docMk/>
            <pc:sldMk cId="192269890" sldId="271"/>
            <ac:spMk id="19" creationId="{5660E5CA-E995-4DFC-B35D-78E9314D1B61}"/>
          </ac:spMkLst>
        </pc:spChg>
        <pc:picChg chg="add del mod ord">
          <ac:chgData name="Su, Yufeng" userId="059540f0-66f7-414b-ae8d-312dc9673093" providerId="ADAL" clId="{04F2621E-6B6D-414E-A6BA-4F312131FA26}" dt="2019-11-14T06:41:41.258" v="1655" actId="478"/>
          <ac:picMkLst>
            <pc:docMk/>
            <pc:sldMk cId="192269890" sldId="271"/>
            <ac:picMk id="5" creationId="{75513B57-0CF0-48BF-95C7-201CA0BC291D}"/>
          </ac:picMkLst>
        </pc:picChg>
        <pc:picChg chg="add del mod">
          <ac:chgData name="Su, Yufeng" userId="059540f0-66f7-414b-ae8d-312dc9673093" providerId="ADAL" clId="{04F2621E-6B6D-414E-A6BA-4F312131FA26}" dt="2019-11-14T06:46:39.875" v="1747" actId="478"/>
          <ac:picMkLst>
            <pc:docMk/>
            <pc:sldMk cId="192269890" sldId="271"/>
            <ac:picMk id="7" creationId="{C2BFDFD2-80C6-4EE4-A1A5-9802CADAF0D7}"/>
          </ac:picMkLst>
        </pc:picChg>
        <pc:picChg chg="add del mod">
          <ac:chgData name="Su, Yufeng" userId="059540f0-66f7-414b-ae8d-312dc9673093" providerId="ADAL" clId="{04F2621E-6B6D-414E-A6BA-4F312131FA26}" dt="2019-11-14T06:55:06.915" v="1874" actId="478"/>
          <ac:picMkLst>
            <pc:docMk/>
            <pc:sldMk cId="192269890" sldId="271"/>
            <ac:picMk id="9" creationId="{17CCEDE4-BCA9-4B14-94B5-77443A8D3C4C}"/>
          </ac:picMkLst>
        </pc:picChg>
        <pc:picChg chg="add del mod modCrop">
          <ac:chgData name="Su, Yufeng" userId="059540f0-66f7-414b-ae8d-312dc9673093" providerId="ADAL" clId="{04F2621E-6B6D-414E-A6BA-4F312131FA26}" dt="2019-11-14T06:55:06.915" v="1874" actId="478"/>
          <ac:picMkLst>
            <pc:docMk/>
            <pc:sldMk cId="192269890" sldId="271"/>
            <ac:picMk id="12" creationId="{309D505E-D193-45E1-89E8-B4FF3CDD1D15}"/>
          </ac:picMkLst>
        </pc:picChg>
        <pc:picChg chg="add del mod">
          <ac:chgData name="Su, Yufeng" userId="059540f0-66f7-414b-ae8d-312dc9673093" providerId="ADAL" clId="{04F2621E-6B6D-414E-A6BA-4F312131FA26}" dt="2019-11-14T06:55:06.915" v="1874" actId="478"/>
          <ac:picMkLst>
            <pc:docMk/>
            <pc:sldMk cId="192269890" sldId="271"/>
            <ac:picMk id="14" creationId="{24B96378-2EEB-4CEC-91A9-66780CAF4CC6}"/>
          </ac:picMkLst>
        </pc:picChg>
        <pc:picChg chg="add mod">
          <ac:chgData name="Su, Yufeng" userId="059540f0-66f7-414b-ae8d-312dc9673093" providerId="ADAL" clId="{04F2621E-6B6D-414E-A6BA-4F312131FA26}" dt="2019-11-14T06:52:34.980" v="1789" actId="571"/>
          <ac:picMkLst>
            <pc:docMk/>
            <pc:sldMk cId="192269890" sldId="271"/>
            <ac:picMk id="16" creationId="{EC253CA7-803A-4639-9027-A2A104030411}"/>
          </ac:picMkLst>
        </pc:picChg>
        <pc:picChg chg="add mod">
          <ac:chgData name="Su, Yufeng" userId="059540f0-66f7-414b-ae8d-312dc9673093" providerId="ADAL" clId="{04F2621E-6B6D-414E-A6BA-4F312131FA26}" dt="2019-11-14T06:52:34.980" v="1789" actId="571"/>
          <ac:picMkLst>
            <pc:docMk/>
            <pc:sldMk cId="192269890" sldId="271"/>
            <ac:picMk id="17" creationId="{CB23C914-2CCE-425E-9F1E-94D19F5417EC}"/>
          </ac:picMkLst>
        </pc:picChg>
        <pc:picChg chg="add mod">
          <ac:chgData name="Su, Yufeng" userId="059540f0-66f7-414b-ae8d-312dc9673093" providerId="ADAL" clId="{04F2621E-6B6D-414E-A6BA-4F312131FA26}" dt="2019-11-14T06:52:34.980" v="1789" actId="571"/>
          <ac:picMkLst>
            <pc:docMk/>
            <pc:sldMk cId="192269890" sldId="271"/>
            <ac:picMk id="18" creationId="{33FBB28B-89AF-478E-9C0C-D30063D08A5E}"/>
          </ac:picMkLst>
        </pc:picChg>
        <pc:picChg chg="add mod">
          <ac:chgData name="Su, Yufeng" userId="059540f0-66f7-414b-ae8d-312dc9673093" providerId="ADAL" clId="{04F2621E-6B6D-414E-A6BA-4F312131FA26}" dt="2019-11-14T06:52:40.651" v="1791" actId="571"/>
          <ac:picMkLst>
            <pc:docMk/>
            <pc:sldMk cId="192269890" sldId="271"/>
            <ac:picMk id="20" creationId="{2E44445D-FF70-4390-B178-8CAB07AEB483}"/>
          </ac:picMkLst>
        </pc:picChg>
        <pc:picChg chg="add mod">
          <ac:chgData name="Su, Yufeng" userId="059540f0-66f7-414b-ae8d-312dc9673093" providerId="ADAL" clId="{04F2621E-6B6D-414E-A6BA-4F312131FA26}" dt="2019-11-14T06:52:40.651" v="1791" actId="571"/>
          <ac:picMkLst>
            <pc:docMk/>
            <pc:sldMk cId="192269890" sldId="271"/>
            <ac:picMk id="21" creationId="{CE323F23-4B5D-45FE-BAA1-9957AAF28A42}"/>
          </ac:picMkLst>
        </pc:picChg>
      </pc:sldChg>
      <pc:sldChg chg="addSp delSp modSp add modAnim">
        <pc:chgData name="Su, Yufeng" userId="059540f0-66f7-414b-ae8d-312dc9673093" providerId="ADAL" clId="{04F2621E-6B6D-414E-A6BA-4F312131FA26}" dt="2019-11-14T07:31:27.231" v="2081" actId="478"/>
        <pc:sldMkLst>
          <pc:docMk/>
          <pc:sldMk cId="1972468879" sldId="272"/>
        </pc:sldMkLst>
        <pc:spChg chg="mod">
          <ac:chgData name="Su, Yufeng" userId="059540f0-66f7-414b-ae8d-312dc9673093" providerId="ADAL" clId="{04F2621E-6B6D-414E-A6BA-4F312131FA26}" dt="2019-11-14T07:24:37.113" v="1894" actId="20577"/>
          <ac:spMkLst>
            <pc:docMk/>
            <pc:sldMk cId="1972468879" sldId="272"/>
            <ac:spMk id="2" creationId="{D14931C2-ED6A-4A88-BAE2-726F104C402C}"/>
          </ac:spMkLst>
        </pc:spChg>
        <pc:spChg chg="mod">
          <ac:chgData name="Su, Yufeng" userId="059540f0-66f7-414b-ae8d-312dc9673093" providerId="ADAL" clId="{04F2621E-6B6D-414E-A6BA-4F312131FA26}" dt="2019-11-14T07:31:21.528" v="2079" actId="20577"/>
          <ac:spMkLst>
            <pc:docMk/>
            <pc:sldMk cId="1972468879" sldId="272"/>
            <ac:spMk id="3" creationId="{05F99C81-935C-43B2-A324-C28C29B68999}"/>
          </ac:spMkLst>
        </pc:spChg>
        <pc:spChg chg="add del mod">
          <ac:chgData name="Su, Yufeng" userId="059540f0-66f7-414b-ae8d-312dc9673093" providerId="ADAL" clId="{04F2621E-6B6D-414E-A6BA-4F312131FA26}" dt="2019-11-14T07:31:23.739" v="2080" actId="47"/>
          <ac:spMkLst>
            <pc:docMk/>
            <pc:sldMk cId="1972468879" sldId="272"/>
            <ac:spMk id="18" creationId="{61FD7D38-660E-4F9C-9874-4F99A8FDBF9D}"/>
          </ac:spMkLst>
        </pc:spChg>
        <pc:picChg chg="add mod">
          <ac:chgData name="Su, Yufeng" userId="059540f0-66f7-414b-ae8d-312dc9673093" providerId="ADAL" clId="{04F2621E-6B6D-414E-A6BA-4F312131FA26}" dt="2019-11-14T06:54:51.243" v="1870" actId="1038"/>
          <ac:picMkLst>
            <pc:docMk/>
            <pc:sldMk cId="1972468879" sldId="272"/>
            <ac:picMk id="4" creationId="{684EFCD0-FA1A-4213-A5DA-D5BC6F92D337}"/>
          </ac:picMkLst>
        </pc:picChg>
        <pc:picChg chg="add mod">
          <ac:chgData name="Su, Yufeng" userId="059540f0-66f7-414b-ae8d-312dc9673093" providerId="ADAL" clId="{04F2621E-6B6D-414E-A6BA-4F312131FA26}" dt="2019-11-14T07:30:05.175" v="2053" actId="1035"/>
          <ac:picMkLst>
            <pc:docMk/>
            <pc:sldMk cId="1972468879" sldId="272"/>
            <ac:picMk id="5" creationId="{B38D7049-4DED-46EC-9753-35F59D3A543A}"/>
          </ac:picMkLst>
        </pc:picChg>
        <pc:picChg chg="add mod">
          <ac:chgData name="Su, Yufeng" userId="059540f0-66f7-414b-ae8d-312dc9673093" providerId="ADAL" clId="{04F2621E-6B6D-414E-A6BA-4F312131FA26}" dt="2019-11-14T07:30:05.175" v="2053" actId="1035"/>
          <ac:picMkLst>
            <pc:docMk/>
            <pc:sldMk cId="1972468879" sldId="272"/>
            <ac:picMk id="6" creationId="{D94CE748-1112-421B-915B-8E74341085AA}"/>
          </ac:picMkLst>
        </pc:picChg>
        <pc:picChg chg="add del mod">
          <ac:chgData name="Su, Yufeng" userId="059540f0-66f7-414b-ae8d-312dc9673093" providerId="ADAL" clId="{04F2621E-6B6D-414E-A6BA-4F312131FA26}" dt="2019-11-14T07:25:10.584" v="1898" actId="478"/>
          <ac:picMkLst>
            <pc:docMk/>
            <pc:sldMk cId="1972468879" sldId="272"/>
            <ac:picMk id="8" creationId="{B3F8845E-1B64-406D-BCCC-592CC4FD0E14}"/>
          </ac:picMkLst>
        </pc:picChg>
        <pc:picChg chg="add mod">
          <ac:chgData name="Su, Yufeng" userId="059540f0-66f7-414b-ae8d-312dc9673093" providerId="ADAL" clId="{04F2621E-6B6D-414E-A6BA-4F312131FA26}" dt="2019-11-14T07:28:09.952" v="1972" actId="1076"/>
          <ac:picMkLst>
            <pc:docMk/>
            <pc:sldMk cId="1972468879" sldId="272"/>
            <ac:picMk id="10" creationId="{DDA7407C-5A31-447B-825B-747920BF1A9E}"/>
          </ac:picMkLst>
        </pc:picChg>
        <pc:picChg chg="add mod">
          <ac:chgData name="Su, Yufeng" userId="059540f0-66f7-414b-ae8d-312dc9673093" providerId="ADAL" clId="{04F2621E-6B6D-414E-A6BA-4F312131FA26}" dt="2019-11-14T07:29:48.763" v="2034" actId="1038"/>
          <ac:picMkLst>
            <pc:docMk/>
            <pc:sldMk cId="1972468879" sldId="272"/>
            <ac:picMk id="12" creationId="{B903BF1A-3934-45CB-A6AD-5D039C53E18A}"/>
          </ac:picMkLst>
        </pc:picChg>
        <pc:picChg chg="add mod">
          <ac:chgData name="Su, Yufeng" userId="059540f0-66f7-414b-ae8d-312dc9673093" providerId="ADAL" clId="{04F2621E-6B6D-414E-A6BA-4F312131FA26}" dt="2019-11-14T07:29:48.763" v="2034" actId="1038"/>
          <ac:picMkLst>
            <pc:docMk/>
            <pc:sldMk cId="1972468879" sldId="272"/>
            <ac:picMk id="14" creationId="{5C8E9E3A-C80B-4B54-8C92-DA1840B0E442}"/>
          </ac:picMkLst>
        </pc:picChg>
        <pc:picChg chg="add del mod">
          <ac:chgData name="Su, Yufeng" userId="059540f0-66f7-414b-ae8d-312dc9673093" providerId="ADAL" clId="{04F2621E-6B6D-414E-A6BA-4F312131FA26}" dt="2019-11-14T07:29:10.111" v="2009" actId="478"/>
          <ac:picMkLst>
            <pc:docMk/>
            <pc:sldMk cId="1972468879" sldId="272"/>
            <ac:picMk id="15" creationId="{3C769C7F-D166-451E-A3DA-D0321EB9768F}"/>
          </ac:picMkLst>
        </pc:picChg>
        <pc:picChg chg="add mod">
          <ac:chgData name="Su, Yufeng" userId="059540f0-66f7-414b-ae8d-312dc9673093" providerId="ADAL" clId="{04F2621E-6B6D-414E-A6BA-4F312131FA26}" dt="2019-11-14T07:29:48.763" v="2034" actId="1038"/>
          <ac:picMkLst>
            <pc:docMk/>
            <pc:sldMk cId="1972468879" sldId="272"/>
            <ac:picMk id="17" creationId="{7418A7A7-3B2C-4AEF-AED3-3247178D1611}"/>
          </ac:picMkLst>
        </pc:picChg>
        <pc:picChg chg="add del mod">
          <ac:chgData name="Su, Yufeng" userId="059540f0-66f7-414b-ae8d-312dc9673093" providerId="ADAL" clId="{04F2621E-6B6D-414E-A6BA-4F312131FA26}" dt="2019-11-14T07:31:27.231" v="2081" actId="478"/>
          <ac:picMkLst>
            <pc:docMk/>
            <pc:sldMk cId="1972468879" sldId="272"/>
            <ac:picMk id="19" creationId="{19D0D7A9-5415-4A65-A5DC-6A9B59F1DEA7}"/>
          </ac:picMkLst>
        </pc:picChg>
      </pc:sldChg>
      <pc:sldChg chg="addSp delSp modSp add">
        <pc:chgData name="Su, Yufeng" userId="059540f0-66f7-414b-ae8d-312dc9673093" providerId="ADAL" clId="{04F2621E-6B6D-414E-A6BA-4F312131FA26}" dt="2019-11-14T07:34:03.780" v="2113" actId="1076"/>
        <pc:sldMkLst>
          <pc:docMk/>
          <pc:sldMk cId="2793639136" sldId="273"/>
        </pc:sldMkLst>
        <pc:spChg chg="mod">
          <ac:chgData name="Su, Yufeng" userId="059540f0-66f7-414b-ae8d-312dc9673093" providerId="ADAL" clId="{04F2621E-6B6D-414E-A6BA-4F312131FA26}" dt="2019-11-14T07:33:03.392" v="2108" actId="20577"/>
          <ac:spMkLst>
            <pc:docMk/>
            <pc:sldMk cId="2793639136" sldId="273"/>
            <ac:spMk id="2" creationId="{9296D9A2-3B7C-4F0A-9B3D-2988246C2BB4}"/>
          </ac:spMkLst>
        </pc:spChg>
        <pc:spChg chg="del">
          <ac:chgData name="Su, Yufeng" userId="059540f0-66f7-414b-ae8d-312dc9673093" providerId="ADAL" clId="{04F2621E-6B6D-414E-A6BA-4F312131FA26}" dt="2019-11-14T07:33:58.045" v="2109"/>
          <ac:spMkLst>
            <pc:docMk/>
            <pc:sldMk cId="2793639136" sldId="273"/>
            <ac:spMk id="3" creationId="{B2AE7334-E7B4-4991-8981-5B9A3941EC27}"/>
          </ac:spMkLst>
        </pc:spChg>
        <pc:picChg chg="add mod">
          <ac:chgData name="Su, Yufeng" userId="059540f0-66f7-414b-ae8d-312dc9673093" providerId="ADAL" clId="{04F2621E-6B6D-414E-A6BA-4F312131FA26}" dt="2019-11-14T07:34:03.780" v="2113" actId="1076"/>
          <ac:picMkLst>
            <pc:docMk/>
            <pc:sldMk cId="2793639136" sldId="273"/>
            <ac:picMk id="5" creationId="{A062633B-661B-44DE-BCDD-3257903BF7BB}"/>
          </ac:picMkLst>
        </pc:picChg>
      </pc:sldChg>
      <pc:sldChg chg="addSp delSp modSp add modAnim">
        <pc:chgData name="Su, Yufeng" userId="059540f0-66f7-414b-ae8d-312dc9673093" providerId="ADAL" clId="{04F2621E-6B6D-414E-A6BA-4F312131FA26}" dt="2019-11-14T07:47:27.869" v="2232" actId="1038"/>
        <pc:sldMkLst>
          <pc:docMk/>
          <pc:sldMk cId="1068431056" sldId="274"/>
        </pc:sldMkLst>
        <pc:spChg chg="mod">
          <ac:chgData name="Su, Yufeng" userId="059540f0-66f7-414b-ae8d-312dc9673093" providerId="ADAL" clId="{04F2621E-6B6D-414E-A6BA-4F312131FA26}" dt="2019-11-14T07:34:59.755" v="2115"/>
          <ac:spMkLst>
            <pc:docMk/>
            <pc:sldMk cId="1068431056" sldId="274"/>
            <ac:spMk id="2" creationId="{2174E59C-D1DA-464D-A9B1-5FDF4DBC173A}"/>
          </ac:spMkLst>
        </pc:spChg>
        <pc:spChg chg="del">
          <ac:chgData name="Su, Yufeng" userId="059540f0-66f7-414b-ae8d-312dc9673093" providerId="ADAL" clId="{04F2621E-6B6D-414E-A6BA-4F312131FA26}" dt="2019-11-14T07:36:32.716" v="2123"/>
          <ac:spMkLst>
            <pc:docMk/>
            <pc:sldMk cId="1068431056" sldId="274"/>
            <ac:spMk id="3" creationId="{89953E4D-858B-451B-96C4-E3EFC5FDEE03}"/>
          </ac:spMkLst>
        </pc:spChg>
        <pc:spChg chg="add mod">
          <ac:chgData name="Su, Yufeng" userId="059540f0-66f7-414b-ae8d-312dc9673093" providerId="ADAL" clId="{04F2621E-6B6D-414E-A6BA-4F312131FA26}" dt="2019-11-14T07:45:25.633" v="2166" actId="1036"/>
          <ac:spMkLst>
            <pc:docMk/>
            <pc:sldMk cId="1068431056" sldId="274"/>
            <ac:spMk id="5" creationId="{21BF8A31-6CA8-4FD6-BB62-F4EC534F1FA4}"/>
          </ac:spMkLst>
        </pc:spChg>
        <pc:spChg chg="add del mod">
          <ac:chgData name="Su, Yufeng" userId="059540f0-66f7-414b-ae8d-312dc9673093" providerId="ADAL" clId="{04F2621E-6B6D-414E-A6BA-4F312131FA26}" dt="2019-11-14T07:37:02.539" v="2130"/>
          <ac:spMkLst>
            <pc:docMk/>
            <pc:sldMk cId="1068431056" sldId="274"/>
            <ac:spMk id="9" creationId="{C40D1EF1-2CBB-400A-BC0A-4E5965CF868E}"/>
          </ac:spMkLst>
        </pc:spChg>
        <pc:spChg chg="add mod">
          <ac:chgData name="Su, Yufeng" userId="059540f0-66f7-414b-ae8d-312dc9673093" providerId="ADAL" clId="{04F2621E-6B6D-414E-A6BA-4F312131FA26}" dt="2019-11-14T07:47:27.869" v="2232" actId="1038"/>
          <ac:spMkLst>
            <pc:docMk/>
            <pc:sldMk cId="1068431056" sldId="274"/>
            <ac:spMk id="14" creationId="{EAAACAF9-F295-4544-A132-7156933080D9}"/>
          </ac:spMkLst>
        </pc:spChg>
        <pc:picChg chg="add mod">
          <ac:chgData name="Su, Yufeng" userId="059540f0-66f7-414b-ae8d-312dc9673093" providerId="ADAL" clId="{04F2621E-6B6D-414E-A6BA-4F312131FA26}" dt="2019-11-14T07:45:25.633" v="2166" actId="1036"/>
          <ac:picMkLst>
            <pc:docMk/>
            <pc:sldMk cId="1068431056" sldId="274"/>
            <ac:picMk id="4" creationId="{3021F3D8-9CBA-4B9F-B044-809D8986FB14}"/>
          </ac:picMkLst>
        </pc:picChg>
        <pc:picChg chg="add del mod">
          <ac:chgData name="Su, Yufeng" userId="059540f0-66f7-414b-ae8d-312dc9673093" providerId="ADAL" clId="{04F2621E-6B6D-414E-A6BA-4F312131FA26}" dt="2019-11-14T07:36:50.322" v="2129" actId="478"/>
          <ac:picMkLst>
            <pc:docMk/>
            <pc:sldMk cId="1068431056" sldId="274"/>
            <ac:picMk id="7" creationId="{DD45B897-470C-4E98-9180-AA03852651CE}"/>
          </ac:picMkLst>
        </pc:picChg>
        <pc:picChg chg="add mod">
          <ac:chgData name="Su, Yufeng" userId="059540f0-66f7-414b-ae8d-312dc9673093" providerId="ADAL" clId="{04F2621E-6B6D-414E-A6BA-4F312131FA26}" dt="2019-11-14T07:45:25.633" v="2166" actId="1036"/>
          <ac:picMkLst>
            <pc:docMk/>
            <pc:sldMk cId="1068431056" sldId="274"/>
            <ac:picMk id="11" creationId="{600F4F50-D2B9-4D05-BD2E-670EEA755A03}"/>
          </ac:picMkLst>
        </pc:picChg>
        <pc:picChg chg="add mod">
          <ac:chgData name="Su, Yufeng" userId="059540f0-66f7-414b-ae8d-312dc9673093" providerId="ADAL" clId="{04F2621E-6B6D-414E-A6BA-4F312131FA26}" dt="2019-11-14T07:45:25.633" v="2166" actId="1036"/>
          <ac:picMkLst>
            <pc:docMk/>
            <pc:sldMk cId="1068431056" sldId="274"/>
            <ac:picMk id="13" creationId="{8FACA751-D8F9-49F0-ABBA-8FFC526CD59C}"/>
          </ac:picMkLst>
        </pc:picChg>
        <pc:picChg chg="add mod">
          <ac:chgData name="Su, Yufeng" userId="059540f0-66f7-414b-ae8d-312dc9673093" providerId="ADAL" clId="{04F2621E-6B6D-414E-A6BA-4F312131FA26}" dt="2019-11-14T07:47:27.869" v="2232" actId="1038"/>
          <ac:picMkLst>
            <pc:docMk/>
            <pc:sldMk cId="1068431056" sldId="274"/>
            <ac:picMk id="16" creationId="{FC699193-6ACF-4C19-A250-AD6ECA4F9720}"/>
          </ac:picMkLst>
        </pc:picChg>
      </pc:sldChg>
      <pc:sldChg chg="addSp delSp modSp add ord modAnim">
        <pc:chgData name="Su, Yufeng" userId="059540f0-66f7-414b-ae8d-312dc9673093" providerId="ADAL" clId="{04F2621E-6B6D-414E-A6BA-4F312131FA26}" dt="2019-11-14T09:03:13.945" v="3651" actId="167"/>
        <pc:sldMkLst>
          <pc:docMk/>
          <pc:sldMk cId="1933656238" sldId="275"/>
        </pc:sldMkLst>
        <pc:spChg chg="mod">
          <ac:chgData name="Su, Yufeng" userId="059540f0-66f7-414b-ae8d-312dc9673093" providerId="ADAL" clId="{04F2621E-6B6D-414E-A6BA-4F312131FA26}" dt="2019-11-14T07:48:40.533" v="2242" actId="20577"/>
          <ac:spMkLst>
            <pc:docMk/>
            <pc:sldMk cId="1933656238" sldId="275"/>
            <ac:spMk id="2" creationId="{09D21A8F-96E2-42CC-BE5D-441F0111C2A8}"/>
          </ac:spMkLst>
        </pc:spChg>
        <pc:spChg chg="mod ord">
          <ac:chgData name="Su, Yufeng" userId="059540f0-66f7-414b-ae8d-312dc9673093" providerId="ADAL" clId="{04F2621E-6B6D-414E-A6BA-4F312131FA26}" dt="2019-11-14T09:03:03.371" v="3625" actId="20577"/>
          <ac:spMkLst>
            <pc:docMk/>
            <pc:sldMk cId="1933656238" sldId="275"/>
            <ac:spMk id="3" creationId="{32B04778-78CC-434B-AA22-05CDBBAEC3C2}"/>
          </ac:spMkLst>
        </pc:spChg>
        <pc:picChg chg="add del mod">
          <ac:chgData name="Su, Yufeng" userId="059540f0-66f7-414b-ae8d-312dc9673093" providerId="ADAL" clId="{04F2621E-6B6D-414E-A6BA-4F312131FA26}" dt="2019-11-14T08:06:27.069" v="2301" actId="478"/>
          <ac:picMkLst>
            <pc:docMk/>
            <pc:sldMk cId="1933656238" sldId="275"/>
            <ac:picMk id="4" creationId="{4D7335CE-71C8-40AE-84E2-7DD719F80D5F}"/>
          </ac:picMkLst>
        </pc:picChg>
        <pc:picChg chg="add del mod">
          <ac:chgData name="Su, Yufeng" userId="059540f0-66f7-414b-ae8d-312dc9673093" providerId="ADAL" clId="{04F2621E-6B6D-414E-A6BA-4F312131FA26}" dt="2019-11-14T08:06:27.069" v="2301" actId="478"/>
          <ac:picMkLst>
            <pc:docMk/>
            <pc:sldMk cId="1933656238" sldId="275"/>
            <ac:picMk id="5" creationId="{FEF81E7C-B46E-4921-B0BB-5B233DEAFA23}"/>
          </ac:picMkLst>
        </pc:picChg>
        <pc:picChg chg="add del mod">
          <ac:chgData name="Su, Yufeng" userId="059540f0-66f7-414b-ae8d-312dc9673093" providerId="ADAL" clId="{04F2621E-6B6D-414E-A6BA-4F312131FA26}" dt="2019-11-14T08:06:27.069" v="2301" actId="478"/>
          <ac:picMkLst>
            <pc:docMk/>
            <pc:sldMk cId="1933656238" sldId="275"/>
            <ac:picMk id="6" creationId="{B189C3D6-D26E-455C-9AFF-4E5E2C64064B}"/>
          </ac:picMkLst>
        </pc:picChg>
        <pc:picChg chg="add del mod">
          <ac:chgData name="Su, Yufeng" userId="059540f0-66f7-414b-ae8d-312dc9673093" providerId="ADAL" clId="{04F2621E-6B6D-414E-A6BA-4F312131FA26}" dt="2019-11-14T08:08:13.588" v="2352" actId="478"/>
          <ac:picMkLst>
            <pc:docMk/>
            <pc:sldMk cId="1933656238" sldId="275"/>
            <ac:picMk id="8" creationId="{D6670456-F474-4887-801E-EE2CDFDDF7B2}"/>
          </ac:picMkLst>
        </pc:picChg>
        <pc:picChg chg="add mod modCrop">
          <ac:chgData name="Su, Yufeng" userId="059540f0-66f7-414b-ae8d-312dc9673093" providerId="ADAL" clId="{04F2621E-6B6D-414E-A6BA-4F312131FA26}" dt="2019-11-14T09:02:57.530" v="3597" actId="1035"/>
          <ac:picMkLst>
            <pc:docMk/>
            <pc:sldMk cId="1933656238" sldId="275"/>
            <ac:picMk id="9" creationId="{119823AD-CD0F-452E-9AB5-547EDE6C7C4A}"/>
          </ac:picMkLst>
        </pc:picChg>
        <pc:picChg chg="add mod">
          <ac:chgData name="Su, Yufeng" userId="059540f0-66f7-414b-ae8d-312dc9673093" providerId="ADAL" clId="{04F2621E-6B6D-414E-A6BA-4F312131FA26}" dt="2019-11-14T09:02:57.530" v="3597" actId="1035"/>
          <ac:picMkLst>
            <pc:docMk/>
            <pc:sldMk cId="1933656238" sldId="275"/>
            <ac:picMk id="11" creationId="{6DE5945A-B400-400B-9B0D-713196096D18}"/>
          </ac:picMkLst>
        </pc:picChg>
        <pc:picChg chg="add mod ord">
          <ac:chgData name="Su, Yufeng" userId="059540f0-66f7-414b-ae8d-312dc9673093" providerId="ADAL" clId="{04F2621E-6B6D-414E-A6BA-4F312131FA26}" dt="2019-11-14T09:03:13.945" v="3651" actId="167"/>
          <ac:picMkLst>
            <pc:docMk/>
            <pc:sldMk cId="1933656238" sldId="275"/>
            <ac:picMk id="13" creationId="{C552DB14-6B2E-42FE-BA77-98719E921857}"/>
          </ac:picMkLst>
        </pc:picChg>
      </pc:sldChg>
      <pc:sldChg chg="addSp delSp modSp add ord">
        <pc:chgData name="Su, Yufeng" userId="059540f0-66f7-414b-ae8d-312dc9673093" providerId="ADAL" clId="{04F2621E-6B6D-414E-A6BA-4F312131FA26}" dt="2019-11-14T09:02:34.251" v="3567" actId="2711"/>
        <pc:sldMkLst>
          <pc:docMk/>
          <pc:sldMk cId="674551570" sldId="276"/>
        </pc:sldMkLst>
        <pc:spChg chg="mod">
          <ac:chgData name="Su, Yufeng" userId="059540f0-66f7-414b-ae8d-312dc9673093" providerId="ADAL" clId="{04F2621E-6B6D-414E-A6BA-4F312131FA26}" dt="2019-11-14T08:44:17.730" v="3360" actId="20577"/>
          <ac:spMkLst>
            <pc:docMk/>
            <pc:sldMk cId="674551570" sldId="276"/>
            <ac:spMk id="2" creationId="{5B7CE316-578B-4FAB-8241-252C42BD42CA}"/>
          </ac:spMkLst>
        </pc:spChg>
        <pc:spChg chg="del">
          <ac:chgData name="Su, Yufeng" userId="059540f0-66f7-414b-ae8d-312dc9673093" providerId="ADAL" clId="{04F2621E-6B6D-414E-A6BA-4F312131FA26}" dt="2019-11-14T08:16:13.516" v="2565" actId="478"/>
          <ac:spMkLst>
            <pc:docMk/>
            <pc:sldMk cId="674551570" sldId="276"/>
            <ac:spMk id="3" creationId="{5CB9BAE7-5FAE-45EC-A2FB-302CDAF5C51F}"/>
          </ac:spMkLst>
        </pc:spChg>
        <pc:spChg chg="add del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4" creationId="{C5E9DA4E-23E2-4CD8-BCC9-1A03FA3CB283}"/>
          </ac:spMkLst>
        </pc:spChg>
        <pc:spChg chg="add del mod">
          <ac:chgData name="Su, Yufeng" userId="059540f0-66f7-414b-ae8d-312dc9673093" providerId="ADAL" clId="{04F2621E-6B6D-414E-A6BA-4F312131FA26}" dt="2019-11-14T08:16:09.854" v="2564" actId="11529"/>
          <ac:spMkLst>
            <pc:docMk/>
            <pc:sldMk cId="674551570" sldId="276"/>
            <ac:spMk id="5" creationId="{E9C2F545-C0A3-4FA4-AFBB-93F624369536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6" creationId="{00341116-F8C2-41E4-807E-FAAE226C0688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10" creationId="{AF16CF57-C7E1-4F91-BD13-F7A31F89EE91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11" creationId="{7E37C9DB-2922-4AE4-8BB5-F8AA58FD4898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14" creationId="{DE6424EF-7C99-4F7B-9C0A-F95878469546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15" creationId="{4B14CE27-3BE7-458A-BCDA-9DC004460D09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21" creationId="{1BE1206F-5396-40F7-864B-804B5E61EBA3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22" creationId="{9B150ED5-1695-4977-8209-B25C4C1C3C08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25" creationId="{67CD69E9-455E-4B0B-B4F0-6FBD83CDBC6E}"/>
          </ac:spMkLst>
        </pc:spChg>
        <pc:spChg chg="add mod">
          <ac:chgData name="Su, Yufeng" userId="059540f0-66f7-414b-ae8d-312dc9673093" providerId="ADAL" clId="{04F2621E-6B6D-414E-A6BA-4F312131FA26}" dt="2019-11-14T08:42:33.533" v="3331" actId="1038"/>
          <ac:spMkLst>
            <pc:docMk/>
            <pc:sldMk cId="674551570" sldId="276"/>
            <ac:spMk id="32" creationId="{66904E4D-AD72-4E04-A867-8D73728FC10D}"/>
          </ac:spMkLst>
        </pc:spChg>
        <pc:spChg chg="add mod">
          <ac:chgData name="Su, Yufeng" userId="059540f0-66f7-414b-ae8d-312dc9673093" providerId="ADAL" clId="{04F2621E-6B6D-414E-A6BA-4F312131FA26}" dt="2019-11-14T09:02:34.251" v="3567" actId="2711"/>
          <ac:spMkLst>
            <pc:docMk/>
            <pc:sldMk cId="674551570" sldId="276"/>
            <ac:spMk id="33" creationId="{FB9EB4DE-A893-45BB-BC3B-EDBCF9657234}"/>
          </ac:spMkLst>
        </pc:spChg>
        <pc:picChg chg="add mod">
          <ac:chgData name="Su, Yufeng" userId="059540f0-66f7-414b-ae8d-312dc9673093" providerId="ADAL" clId="{04F2621E-6B6D-414E-A6BA-4F312131FA26}" dt="2019-11-14T08:42:33.533" v="3331" actId="1038"/>
          <ac:picMkLst>
            <pc:docMk/>
            <pc:sldMk cId="674551570" sldId="276"/>
            <ac:picMk id="27" creationId="{1D3C831B-29B7-4263-B743-9DFC9E4FAEAE}"/>
          </ac:picMkLst>
        </pc:picChg>
        <pc:picChg chg="add mod">
          <ac:chgData name="Su, Yufeng" userId="059540f0-66f7-414b-ae8d-312dc9673093" providerId="ADAL" clId="{04F2621E-6B6D-414E-A6BA-4F312131FA26}" dt="2019-11-14T08:42:33.533" v="3331" actId="1038"/>
          <ac:picMkLst>
            <pc:docMk/>
            <pc:sldMk cId="674551570" sldId="276"/>
            <ac:picMk id="29" creationId="{95A2F66D-9E4E-480C-84AE-89B40D776474}"/>
          </ac:picMkLst>
        </pc:picChg>
        <pc:picChg chg="add mod">
          <ac:chgData name="Su, Yufeng" userId="059540f0-66f7-414b-ae8d-312dc9673093" providerId="ADAL" clId="{04F2621E-6B6D-414E-A6BA-4F312131FA26}" dt="2019-11-14T08:42:33.533" v="3331" actId="1038"/>
          <ac:picMkLst>
            <pc:docMk/>
            <pc:sldMk cId="674551570" sldId="276"/>
            <ac:picMk id="31" creationId="{6C97A37F-7F9F-450C-8C93-B09920A5FF18}"/>
          </ac:picMkLst>
        </pc:picChg>
        <pc:picChg chg="add mod modCrop">
          <ac:chgData name="Su, Yufeng" userId="059540f0-66f7-414b-ae8d-312dc9673093" providerId="ADAL" clId="{04F2621E-6B6D-414E-A6BA-4F312131FA26}" dt="2019-11-14T08:43:15.459" v="3350" actId="732"/>
          <ac:picMkLst>
            <pc:docMk/>
            <pc:sldMk cId="674551570" sldId="276"/>
            <ac:picMk id="35" creationId="{BD16B6B1-857E-4A95-AA69-39D1275BA10C}"/>
          </ac:picMkLst>
        </pc:picChg>
        <pc:cxnChg chg="add mod">
          <ac:chgData name="Su, Yufeng" userId="059540f0-66f7-414b-ae8d-312dc9673093" providerId="ADAL" clId="{04F2621E-6B6D-414E-A6BA-4F312131FA26}" dt="2019-11-14T08:42:33.533" v="3331" actId="1038"/>
          <ac:cxnSpMkLst>
            <pc:docMk/>
            <pc:sldMk cId="674551570" sldId="276"/>
            <ac:cxnSpMk id="8" creationId="{0D64DFC2-7011-499E-B61B-A1CA0901BA6E}"/>
          </ac:cxnSpMkLst>
        </pc:cxnChg>
        <pc:cxnChg chg="add mod">
          <ac:chgData name="Su, Yufeng" userId="059540f0-66f7-414b-ae8d-312dc9673093" providerId="ADAL" clId="{04F2621E-6B6D-414E-A6BA-4F312131FA26}" dt="2019-11-14T08:42:33.533" v="3331" actId="1038"/>
          <ac:cxnSpMkLst>
            <pc:docMk/>
            <pc:sldMk cId="674551570" sldId="276"/>
            <ac:cxnSpMk id="13" creationId="{7B86F5AE-BCBE-443B-B8AE-3D6843B577C9}"/>
          </ac:cxnSpMkLst>
        </pc:cxnChg>
        <pc:cxnChg chg="add mod">
          <ac:chgData name="Su, Yufeng" userId="059540f0-66f7-414b-ae8d-312dc9673093" providerId="ADAL" clId="{04F2621E-6B6D-414E-A6BA-4F312131FA26}" dt="2019-11-14T08:42:33.533" v="3331" actId="1038"/>
          <ac:cxnSpMkLst>
            <pc:docMk/>
            <pc:sldMk cId="674551570" sldId="276"/>
            <ac:cxnSpMk id="18" creationId="{CFDC7EC7-61CF-4B74-8590-7FB532C52C1E}"/>
          </ac:cxnSpMkLst>
        </pc:cxnChg>
        <pc:cxnChg chg="add mod">
          <ac:chgData name="Su, Yufeng" userId="059540f0-66f7-414b-ae8d-312dc9673093" providerId="ADAL" clId="{04F2621E-6B6D-414E-A6BA-4F312131FA26}" dt="2019-11-14T08:42:33.533" v="3331" actId="1038"/>
          <ac:cxnSpMkLst>
            <pc:docMk/>
            <pc:sldMk cId="674551570" sldId="276"/>
            <ac:cxnSpMk id="24" creationId="{89F9F0B8-752A-4917-911A-BCD0324D7B38}"/>
          </ac:cxnSpMkLst>
        </pc:cxnChg>
      </pc:sldChg>
      <pc:sldChg chg="addSp delSp modSp add del">
        <pc:chgData name="Su, Yufeng" userId="059540f0-66f7-414b-ae8d-312dc9673093" providerId="ADAL" clId="{04F2621E-6B6D-414E-A6BA-4F312131FA26}" dt="2019-11-14T08:43:28.968" v="3351" actId="2696"/>
        <pc:sldMkLst>
          <pc:docMk/>
          <pc:sldMk cId="1826681881" sldId="277"/>
        </pc:sldMkLst>
        <pc:spChg chg="mod">
          <ac:chgData name="Su, Yufeng" userId="059540f0-66f7-414b-ae8d-312dc9673093" providerId="ADAL" clId="{04F2621E-6B6D-414E-A6BA-4F312131FA26}" dt="2019-11-14T08:25:30.896" v="3015"/>
          <ac:spMkLst>
            <pc:docMk/>
            <pc:sldMk cId="1826681881" sldId="277"/>
            <ac:spMk id="2" creationId="{951854B4-6ADB-4AF0-81B1-E4FCC77EF6D0}"/>
          </ac:spMkLst>
        </pc:spChg>
        <pc:spChg chg="mod">
          <ac:chgData name="Su, Yufeng" userId="059540f0-66f7-414b-ae8d-312dc9673093" providerId="ADAL" clId="{04F2621E-6B6D-414E-A6BA-4F312131FA26}" dt="2019-11-14T08:41:58.101" v="3300" actId="20577"/>
          <ac:spMkLst>
            <pc:docMk/>
            <pc:sldMk cId="1826681881" sldId="277"/>
            <ac:spMk id="3" creationId="{BF66EF70-9201-4587-8CDE-423E6D39FAB0}"/>
          </ac:spMkLst>
        </pc:spChg>
        <pc:spChg chg="del mod">
          <ac:chgData name="Su, Yufeng" userId="059540f0-66f7-414b-ae8d-312dc9673093" providerId="ADAL" clId="{04F2621E-6B6D-414E-A6BA-4F312131FA26}" dt="2019-11-14T08:40:36.908" v="3254" actId="767"/>
          <ac:spMkLst>
            <pc:docMk/>
            <pc:sldMk cId="1826681881" sldId="277"/>
            <ac:spMk id="9" creationId="{39D7DA12-1F92-4B91-8945-174E1A767CA8}"/>
          </ac:spMkLst>
        </pc:spChg>
        <pc:picChg chg="add del mod">
          <ac:chgData name="Su, Yufeng" userId="059540f0-66f7-414b-ae8d-312dc9673093" providerId="ADAL" clId="{04F2621E-6B6D-414E-A6BA-4F312131FA26}" dt="2019-11-14T08:35:44.938" v="3250" actId="478"/>
          <ac:picMkLst>
            <pc:docMk/>
            <pc:sldMk cId="1826681881" sldId="277"/>
            <ac:picMk id="4" creationId="{37316CA0-C57C-4245-8495-3EB4A8208A67}"/>
          </ac:picMkLst>
        </pc:picChg>
        <pc:picChg chg="add del mod">
          <ac:chgData name="Su, Yufeng" userId="059540f0-66f7-414b-ae8d-312dc9673093" providerId="ADAL" clId="{04F2621E-6B6D-414E-A6BA-4F312131FA26}" dt="2019-11-14T08:35:44.203" v="3249" actId="478"/>
          <ac:picMkLst>
            <pc:docMk/>
            <pc:sldMk cId="1826681881" sldId="277"/>
            <ac:picMk id="5" creationId="{A413DD39-AE08-48E5-B9AF-8F788F47DF3A}"/>
          </ac:picMkLst>
        </pc:picChg>
        <pc:picChg chg="add del mod">
          <ac:chgData name="Su, Yufeng" userId="059540f0-66f7-414b-ae8d-312dc9673093" providerId="ADAL" clId="{04F2621E-6B6D-414E-A6BA-4F312131FA26}" dt="2019-11-14T08:41:56.554" v="3299" actId="478"/>
          <ac:picMkLst>
            <pc:docMk/>
            <pc:sldMk cId="1826681881" sldId="277"/>
            <ac:picMk id="7" creationId="{86E2D6F0-4D99-4330-903A-838FA2127E2B}"/>
          </ac:picMkLst>
        </pc:picChg>
        <pc:picChg chg="add del mod">
          <ac:chgData name="Su, Yufeng" userId="059540f0-66f7-414b-ae8d-312dc9673093" providerId="ADAL" clId="{04F2621E-6B6D-414E-A6BA-4F312131FA26}" dt="2019-11-14T08:34:35.619" v="3248" actId="478"/>
          <ac:picMkLst>
            <pc:docMk/>
            <pc:sldMk cId="1826681881" sldId="277"/>
            <ac:picMk id="8" creationId="{B029A84E-5F16-4E5D-B4C3-F997A1B6B4C1}"/>
          </ac:picMkLst>
        </pc:picChg>
      </pc:sldChg>
      <pc:sldChg chg="addSp delSp modSp add">
        <pc:chgData name="Su, Yufeng" userId="059540f0-66f7-414b-ae8d-312dc9673093" providerId="ADAL" clId="{04F2621E-6B6D-414E-A6BA-4F312131FA26}" dt="2019-11-14T08:51:39.442" v="3481" actId="1035"/>
        <pc:sldMkLst>
          <pc:docMk/>
          <pc:sldMk cId="2496298136" sldId="277"/>
        </pc:sldMkLst>
        <pc:spChg chg="mod">
          <ac:chgData name="Su, Yufeng" userId="059540f0-66f7-414b-ae8d-312dc9673093" providerId="ADAL" clId="{04F2621E-6B6D-414E-A6BA-4F312131FA26}" dt="2019-11-14T08:48:07.378" v="3455" actId="20577"/>
          <ac:spMkLst>
            <pc:docMk/>
            <pc:sldMk cId="2496298136" sldId="277"/>
            <ac:spMk id="2" creationId="{A8779ED2-CA18-4339-9FDA-A0D3D4F8D297}"/>
          </ac:spMkLst>
        </pc:spChg>
        <pc:spChg chg="del">
          <ac:chgData name="Su, Yufeng" userId="059540f0-66f7-414b-ae8d-312dc9673093" providerId="ADAL" clId="{04F2621E-6B6D-414E-A6BA-4F312131FA26}" dt="2019-11-14T08:49:08.607" v="3456"/>
          <ac:spMkLst>
            <pc:docMk/>
            <pc:sldMk cId="2496298136" sldId="277"/>
            <ac:spMk id="3" creationId="{D0AE76C4-E101-4D7D-A357-636ECE76A7AB}"/>
          </ac:spMkLst>
        </pc:spChg>
        <pc:spChg chg="add del mod ord">
          <ac:chgData name="Su, Yufeng" userId="059540f0-66f7-414b-ae8d-312dc9673093" providerId="ADAL" clId="{04F2621E-6B6D-414E-A6BA-4F312131FA26}" dt="2019-11-14T08:50:59.478" v="3471"/>
          <ac:spMkLst>
            <pc:docMk/>
            <pc:sldMk cId="2496298136" sldId="277"/>
            <ac:spMk id="9" creationId="{01A7F56D-9FB7-4F84-9EDA-E86079A7083F}"/>
          </ac:spMkLst>
        </pc:spChg>
        <pc:picChg chg="add del mod">
          <ac:chgData name="Su, Yufeng" userId="059540f0-66f7-414b-ae8d-312dc9673093" providerId="ADAL" clId="{04F2621E-6B6D-414E-A6BA-4F312131FA26}" dt="2019-11-14T08:50:15.436" v="3466" actId="478"/>
          <ac:picMkLst>
            <pc:docMk/>
            <pc:sldMk cId="2496298136" sldId="277"/>
            <ac:picMk id="5" creationId="{34EB7BFB-3894-4D4C-AA69-02642BF1B15A}"/>
          </ac:picMkLst>
        </pc:picChg>
        <pc:picChg chg="add mod">
          <ac:chgData name="Su, Yufeng" userId="059540f0-66f7-414b-ae8d-312dc9673093" providerId="ADAL" clId="{04F2621E-6B6D-414E-A6BA-4F312131FA26}" dt="2019-11-14T08:51:39.442" v="3481" actId="1035"/>
          <ac:picMkLst>
            <pc:docMk/>
            <pc:sldMk cId="2496298136" sldId="277"/>
            <ac:picMk id="7" creationId="{0B5234F6-279B-43F2-B9F8-76EBF3657161}"/>
          </ac:picMkLst>
        </pc:picChg>
        <pc:picChg chg="add mod">
          <ac:chgData name="Su, Yufeng" userId="059540f0-66f7-414b-ae8d-312dc9673093" providerId="ADAL" clId="{04F2621E-6B6D-414E-A6BA-4F312131FA26}" dt="2019-11-14T08:51:24.709" v="3480" actId="1076"/>
          <ac:picMkLst>
            <pc:docMk/>
            <pc:sldMk cId="2496298136" sldId="277"/>
            <ac:picMk id="11" creationId="{AB1866F9-BF48-41CC-9CAD-E1DAFA90479C}"/>
          </ac:picMkLst>
        </pc:picChg>
      </pc:sldChg>
      <pc:sldChg chg="delSp modSp add delAnim modAnim">
        <pc:chgData name="Su, Yufeng" userId="059540f0-66f7-414b-ae8d-312dc9673093" providerId="ADAL" clId="{04F2621E-6B6D-414E-A6BA-4F312131FA26}" dt="2019-11-14T08:58:15.777" v="3532" actId="20577"/>
        <pc:sldMkLst>
          <pc:docMk/>
          <pc:sldMk cId="2114192645" sldId="278"/>
        </pc:sldMkLst>
        <pc:spChg chg="mod">
          <ac:chgData name="Su, Yufeng" userId="059540f0-66f7-414b-ae8d-312dc9673093" providerId="ADAL" clId="{04F2621E-6B6D-414E-A6BA-4F312131FA26}" dt="2019-11-14T08:58:15.777" v="3532" actId="20577"/>
          <ac:spMkLst>
            <pc:docMk/>
            <pc:sldMk cId="2114192645" sldId="278"/>
            <ac:spMk id="3" creationId="{32B04778-78CC-434B-AA22-05CDBBAEC3C2}"/>
          </ac:spMkLst>
        </pc:spChg>
        <pc:picChg chg="del">
          <ac:chgData name="Su, Yufeng" userId="059540f0-66f7-414b-ae8d-312dc9673093" providerId="ADAL" clId="{04F2621E-6B6D-414E-A6BA-4F312131FA26}" dt="2019-11-14T08:58:11.091" v="3494" actId="478"/>
          <ac:picMkLst>
            <pc:docMk/>
            <pc:sldMk cId="2114192645" sldId="278"/>
            <ac:picMk id="13" creationId="{C552DB14-6B2E-42FE-BA77-98719E921857}"/>
          </ac:picMkLst>
        </pc:picChg>
      </pc:sldChg>
      <pc:sldChg chg="add del">
        <pc:chgData name="Su, Yufeng" userId="059540f0-66f7-414b-ae8d-312dc9673093" providerId="ADAL" clId="{04F2621E-6B6D-414E-A6BA-4F312131FA26}" dt="2019-11-14T09:01:06.566" v="3534" actId="2696"/>
        <pc:sldMkLst>
          <pc:docMk/>
          <pc:sldMk cId="3617305301" sldId="279"/>
        </pc:sldMkLst>
      </pc:sldChg>
      <pc:sldMasterChg chg="setBg modSldLayout">
        <pc:chgData name="Su, Yufeng" userId="059540f0-66f7-414b-ae8d-312dc9673093" providerId="ADAL" clId="{04F2621E-6B6D-414E-A6BA-4F312131FA26}" dt="2019-11-14T05:06:56.517" v="176"/>
        <pc:sldMasterMkLst>
          <pc:docMk/>
          <pc:sldMasterMk cId="2274298022" sldId="2147483708"/>
        </pc:sldMasterMkLst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3081666378" sldId="2147483709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268039715" sldId="2147483710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1459429722" sldId="2147483711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838145861" sldId="2147483712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31975961" sldId="2147483713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3494196374" sldId="2147483714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2119217109" sldId="2147483715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4206593754" sldId="2147483716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1877925860" sldId="2147483717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3880788389" sldId="2147483718"/>
          </pc:sldLayoutMkLst>
        </pc:sldLayoutChg>
        <pc:sldLayoutChg chg="setBg">
          <pc:chgData name="Su, Yufeng" userId="059540f0-66f7-414b-ae8d-312dc9673093" providerId="ADAL" clId="{04F2621E-6B6D-414E-A6BA-4F312131FA26}" dt="2019-11-14T05:06:56.517" v="176"/>
          <pc:sldLayoutMkLst>
            <pc:docMk/>
            <pc:sldMasterMk cId="2274298022" sldId="2147483708"/>
            <pc:sldLayoutMk cId="1856824353" sldId="214748371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2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8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3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4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08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9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2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6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6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4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B23A7-EDD1-498F-AAA0-B5DD1444321C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EBBDC-F8B9-4800-AC94-4F7DD5BE6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9A2B1F-788C-49F9-AB75-6E687727B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4097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Machine Learning Fairness</a:t>
            </a:r>
            <a:endParaRPr lang="en-US" sz="6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F7A7438-847A-4958-98EB-F0AAEAB11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41877C1-7FFE-41E3-92F9-FF7890E1BF94}"/>
              </a:ext>
            </a:extLst>
          </p:cNvPr>
          <p:cNvSpPr txBox="1">
            <a:spLocks/>
          </p:cNvSpPr>
          <p:nvPr/>
        </p:nvSpPr>
        <p:spPr>
          <a:xfrm>
            <a:off x="1689741" y="3255962"/>
            <a:ext cx="10650545" cy="25507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Rockwell" panose="02060603020205020403" pitchFamily="18" charset="0"/>
                <a:cs typeface="Times New Roman" panose="02020603050405020304" pitchFamily="18" charset="0"/>
              </a:rPr>
              <a:t>Delayed Impact of Fair Machine Learning by Liu et al.</a:t>
            </a:r>
          </a:p>
          <a:p>
            <a:pPr algn="l"/>
            <a:r>
              <a:rPr lang="en-US" dirty="0">
                <a:latin typeface="Rockwell" panose="02060603020205020403" pitchFamily="18" charset="0"/>
                <a:cs typeface="Times New Roman" panose="02020603050405020304" pitchFamily="18" charset="0"/>
              </a:rPr>
              <a:t>Fairness Without Demographics in Repeated Loss Minimization </a:t>
            </a:r>
            <a:r>
              <a:rPr lang="en-US" altLang="zh-CN" dirty="0">
                <a:latin typeface="Rockwell" panose="02060603020205020403" pitchFamily="18" charset="0"/>
                <a:cs typeface="Times New Roman" panose="02020603050405020304" pitchFamily="18" charset="0"/>
              </a:rPr>
              <a:t>by Hashimoto et</a:t>
            </a:r>
            <a:r>
              <a:rPr lang="en-AS" altLang="zh-CN" dirty="0">
                <a:latin typeface="Rockwell" panose="02060603020205020403" pitchFamily="18" charset="0"/>
                <a:cs typeface="Times New Roman" panose="02020603050405020304" pitchFamily="18" charset="0"/>
              </a:rPr>
              <a:t> al.</a:t>
            </a:r>
            <a:endParaRPr lang="en-US" dirty="0">
              <a:latin typeface="Rockwell" panose="02060603020205020403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Rockwell" panose="02060603020205020403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dirty="0">
                <a:latin typeface="Rockwell" panose="02060603020205020403" pitchFamily="18" charset="0"/>
                <a:cs typeface="Times New Roman" panose="02020603050405020304" pitchFamily="18" charset="0"/>
              </a:rPr>
              <a:t>Yufeng Su</a:t>
            </a:r>
          </a:p>
          <a:p>
            <a:pPr algn="l"/>
            <a:endParaRPr lang="en-US" dirty="0">
              <a:latin typeface="Rockwell" panose="02060603020205020403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Rockwell" panose="02060603020205020403" pitchFamily="18" charset="0"/>
                <a:cs typeface="Times New Roman" panose="02020603050405020304" pitchFamily="18" charset="0"/>
              </a:rPr>
              <a:t>CS598 BL Paper Presentation</a:t>
            </a:r>
            <a:endParaRPr lang="en-AS" dirty="0">
              <a:latin typeface="Rockwell" panose="02060603020205020403" pitchFamily="18" charset="0"/>
              <a:cs typeface="Times New Roman" panose="02020603050405020304" pitchFamily="18" charset="0"/>
            </a:endParaRPr>
          </a:p>
          <a:p>
            <a:pPr algn="l"/>
            <a:endParaRPr lang="en-AS" dirty="0">
              <a:latin typeface="Rockwell" panose="02060603020205020403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Rockwell" panose="020606030202050204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47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ED15B-FB92-4277-8E79-9772CAAE0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2304" y="1517870"/>
            <a:ext cx="9440034" cy="182880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Fairness Without Demographics in Repeated Loss Minimization</a:t>
            </a:r>
            <a:endParaRPr lang="en-US" b="1" dirty="0">
              <a:latin typeface="Calibri Light (Headings)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62B1E1-2806-4F29-B2E8-A34B79F93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48" y="4290263"/>
            <a:ext cx="9440034" cy="1049867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latin typeface="Open Sans"/>
              </a:rPr>
              <a:t>Hashimoto </a:t>
            </a:r>
            <a:r>
              <a:rPr lang="en-US" sz="2400" dirty="0">
                <a:latin typeface="Open Sans"/>
              </a:rPr>
              <a:t>et al.</a:t>
            </a:r>
          </a:p>
          <a:p>
            <a:pPr algn="r"/>
            <a:r>
              <a:rPr lang="en-US" dirty="0">
                <a:latin typeface="Open Sans"/>
              </a:rPr>
              <a:t> ICML 2018 Best Paper Runner Up Awards</a:t>
            </a:r>
            <a:endParaRPr lang="en-AS" sz="2400" dirty="0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1127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E612-5576-4C7E-8E27-96D1BB1B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FD0C2-D5AA-410B-996D-199F4043F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Open Sans"/>
              </a:rPr>
              <a:t>Online system </a:t>
            </a:r>
            <a:r>
              <a:rPr lang="en-AS" altLang="zh-CN" sz="2400" dirty="0">
                <a:latin typeface="Open Sans"/>
              </a:rPr>
              <a:t>(update)</a:t>
            </a:r>
            <a:endParaRPr lang="en-US" altLang="zh-CN" sz="2400" dirty="0">
              <a:latin typeface="Open Sans"/>
            </a:endParaRPr>
          </a:p>
          <a:p>
            <a:pPr marL="0" indent="0">
              <a:buNone/>
            </a:pPr>
            <a:r>
              <a:rPr lang="en-US" altLang="zh-CN" sz="2400" dirty="0">
                <a:latin typeface="Open Sans"/>
              </a:rPr>
              <a:t>S</a:t>
            </a:r>
            <a:r>
              <a:rPr lang="en-US" sz="2400" dirty="0">
                <a:latin typeface="Open Sans"/>
              </a:rPr>
              <a:t>peech recognition</a:t>
            </a:r>
            <a:r>
              <a:rPr lang="en-AS" sz="2400" dirty="0">
                <a:latin typeface="Open Sans"/>
              </a:rPr>
              <a:t> system</a:t>
            </a:r>
          </a:p>
          <a:p>
            <a:pPr lvl="1"/>
            <a:r>
              <a:rPr lang="en-US" altLang="zh-CN" dirty="0">
                <a:latin typeface="Open Sans"/>
              </a:rPr>
              <a:t>standard </a:t>
            </a:r>
            <a:r>
              <a:rPr lang="en-US" dirty="0">
                <a:latin typeface="Open Sans"/>
              </a:rPr>
              <a:t>accent</a:t>
            </a:r>
            <a:endParaRPr lang="en-AS" altLang="zh-CN" dirty="0">
              <a:latin typeface="Open Sans"/>
            </a:endParaRPr>
          </a:p>
          <a:p>
            <a:pPr lvl="1"/>
            <a:r>
              <a:rPr lang="en-US" altLang="zh-CN" dirty="0">
                <a:latin typeface="Open Sans"/>
              </a:rPr>
              <a:t>s</a:t>
            </a:r>
            <a:r>
              <a:rPr lang="en-US" dirty="0">
                <a:latin typeface="Open Sans"/>
              </a:rPr>
              <a:t>trange accent</a:t>
            </a:r>
            <a:endParaRPr lang="en-AS" dirty="0">
              <a:latin typeface="Open Sans"/>
            </a:endParaRPr>
          </a:p>
          <a:p>
            <a:pPr marL="0" indent="0">
              <a:buNone/>
            </a:pPr>
            <a:endParaRPr lang="en-AS" dirty="0">
              <a:latin typeface="Open Sans"/>
            </a:endParaRPr>
          </a:p>
          <a:p>
            <a:pPr marL="0" indent="0">
              <a:buNone/>
            </a:pPr>
            <a:endParaRPr lang="en-US" dirty="0">
              <a:latin typeface="Open Sans"/>
            </a:endParaRPr>
          </a:p>
          <a:p>
            <a:pPr marL="0" indent="0">
              <a:buNone/>
            </a:pPr>
            <a:endParaRPr lang="en-US" sz="2000" dirty="0">
              <a:latin typeface="Open Sans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585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87A4-D257-46F8-B0FC-21AD6C20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AS" dirty="0"/>
              <a:t>v</a:t>
            </a:r>
            <a:r>
              <a:rPr lang="en-US" dirty="0"/>
              <a:t>e</a:t>
            </a:r>
            <a:r>
              <a:rPr lang="en-AS" dirty="0"/>
              <a:t>r</a:t>
            </a:r>
            <a:r>
              <a:rPr lang="en-US" dirty="0"/>
              <a:t>v</a:t>
            </a:r>
            <a:r>
              <a:rPr lang="en-AS" dirty="0" err="1"/>
              <a:t>i</a:t>
            </a:r>
            <a:r>
              <a:rPr lang="en-US" dirty="0"/>
              <a:t>e</a:t>
            </a:r>
            <a:r>
              <a:rPr lang="en-AS" dirty="0"/>
              <a:t>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37D25-A89C-4E1F-BA9C-C38BB6DBD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S" sz="2400" dirty="0">
                <a:latin typeface="Open Sans"/>
              </a:rPr>
              <a:t>P</a:t>
            </a:r>
            <a:r>
              <a:rPr lang="en-US" sz="2400" dirty="0">
                <a:latin typeface="Open Sans"/>
              </a:rPr>
              <a:t>r</a:t>
            </a:r>
            <a:r>
              <a:rPr lang="en-AS" sz="2400" dirty="0">
                <a:latin typeface="Open Sans"/>
              </a:rPr>
              <a:t>o</a:t>
            </a:r>
            <a:r>
              <a:rPr lang="en-US" sz="2400" dirty="0">
                <a:latin typeface="Open Sans"/>
              </a:rPr>
              <a:t>b</a:t>
            </a:r>
            <a:r>
              <a:rPr lang="en-AS" sz="2400" dirty="0">
                <a:latin typeface="Open Sans"/>
              </a:rPr>
              <a:t>l</a:t>
            </a:r>
            <a:r>
              <a:rPr lang="en-US" sz="2400" dirty="0">
                <a:latin typeface="Open Sans"/>
              </a:rPr>
              <a:t>e</a:t>
            </a:r>
            <a:r>
              <a:rPr lang="en-AS" sz="2400" dirty="0">
                <a:latin typeface="Open Sans"/>
              </a:rPr>
              <a:t>m: </a:t>
            </a:r>
            <a:r>
              <a:rPr lang="en-US" sz="2400" dirty="0">
                <a:latin typeface="Open Sans"/>
              </a:rPr>
              <a:t>Small groups have low representation in average loss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S" altLang="zh-CN" sz="2000" dirty="0">
                <a:latin typeface="Open Sans"/>
              </a:rPr>
              <a:t>Part I: </a:t>
            </a:r>
            <a:r>
              <a:rPr lang="en-US" altLang="zh-CN" sz="2000" dirty="0">
                <a:latin typeface="Open Sans"/>
              </a:rPr>
              <a:t>Focus </a:t>
            </a:r>
            <a:r>
              <a:rPr lang="en-AS" altLang="zh-CN" sz="2000" dirty="0">
                <a:latin typeface="Open Sans"/>
              </a:rPr>
              <a:t>on the worst group’s loss ignoring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S" sz="2000" dirty="0">
                <a:latin typeface="Open Sans"/>
              </a:rPr>
              <a:t>Part II: </a:t>
            </a:r>
            <a:r>
              <a:rPr lang="en-US" sz="2000" dirty="0">
                <a:latin typeface="Open Sans"/>
              </a:rPr>
              <a:t>A</a:t>
            </a:r>
            <a:r>
              <a:rPr lang="en-AS" sz="2000" dirty="0" err="1">
                <a:latin typeface="Open Sans"/>
              </a:rPr>
              <a:t>nalyze</a:t>
            </a:r>
            <a:r>
              <a:rPr lang="en-AS" sz="2000" dirty="0">
                <a:latin typeface="Open Sans"/>
              </a:rPr>
              <a:t> worst case loss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32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EFBD-026E-4EF1-AAE3-024912E1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altLang="zh-CN" dirty="0">
                <a:latin typeface="Open Sans"/>
              </a:rPr>
              <a:t>Part 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8A86E-8117-4FBF-B1C8-48B1125F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S" sz="2400" dirty="0">
                <a:latin typeface="Open Sans"/>
              </a:rPr>
              <a:t>T</a:t>
            </a:r>
            <a:r>
              <a:rPr lang="en-US" sz="2400" dirty="0">
                <a:latin typeface="Open Sans"/>
              </a:rPr>
              <a:t>h</a:t>
            </a:r>
            <a:r>
              <a:rPr lang="en-AS" sz="2400" dirty="0">
                <a:latin typeface="Open Sans"/>
              </a:rPr>
              <a:t>e </a:t>
            </a:r>
            <a:r>
              <a:rPr lang="en-US" sz="2400" dirty="0">
                <a:latin typeface="Open Sans"/>
              </a:rPr>
              <a:t>m</a:t>
            </a:r>
            <a:r>
              <a:rPr lang="en-AS" sz="2400" dirty="0">
                <a:latin typeface="Open Sans"/>
              </a:rPr>
              <a:t>o</a:t>
            </a:r>
            <a:r>
              <a:rPr lang="en-US" sz="2400" dirty="0">
                <a:latin typeface="Open Sans"/>
              </a:rPr>
              <a:t>d</a:t>
            </a:r>
            <a:r>
              <a:rPr lang="en-AS" sz="2400" dirty="0">
                <a:latin typeface="Open Sans"/>
              </a:rPr>
              <a:t>e</a:t>
            </a:r>
            <a:r>
              <a:rPr lang="en-US" sz="2400" dirty="0">
                <a:latin typeface="Open Sans"/>
              </a:rPr>
              <a:t>l</a:t>
            </a:r>
            <a:r>
              <a:rPr lang="en-AS" sz="2400" dirty="0">
                <a:latin typeface="Open Sans"/>
              </a:rPr>
              <a:t>:</a:t>
            </a:r>
          </a:p>
          <a:p>
            <a:pPr marL="0" indent="0">
              <a:buNone/>
            </a:pPr>
            <a:endParaRPr lang="en-AS" sz="2400" dirty="0">
              <a:latin typeface="Open Sans"/>
            </a:endParaRPr>
          </a:p>
          <a:p>
            <a:pPr marL="0" indent="0">
              <a:buNone/>
            </a:pPr>
            <a:r>
              <a:rPr lang="en-US" sz="2400" dirty="0">
                <a:latin typeface="Open Sans"/>
              </a:rPr>
              <a:t>R</a:t>
            </a:r>
            <a:r>
              <a:rPr lang="en-AS" sz="2400" dirty="0">
                <a:latin typeface="Open Sans"/>
              </a:rPr>
              <a:t>e</a:t>
            </a:r>
            <a:r>
              <a:rPr lang="en-US" sz="2400" dirty="0">
                <a:latin typeface="Open Sans"/>
              </a:rPr>
              <a:t>p</a:t>
            </a:r>
            <a:r>
              <a:rPr lang="en-AS" sz="2400" dirty="0">
                <a:latin typeface="Open Sans"/>
              </a:rPr>
              <a:t>r</a:t>
            </a:r>
            <a:r>
              <a:rPr lang="en-US" sz="2400" dirty="0">
                <a:latin typeface="Open Sans"/>
              </a:rPr>
              <a:t>e</a:t>
            </a:r>
            <a:r>
              <a:rPr lang="en-AS" sz="2400" dirty="0">
                <a:latin typeface="Open Sans"/>
              </a:rPr>
              <a:t>s</a:t>
            </a:r>
            <a:r>
              <a:rPr lang="en-US" sz="2400" dirty="0">
                <a:latin typeface="Open Sans"/>
              </a:rPr>
              <a:t>e</a:t>
            </a:r>
            <a:r>
              <a:rPr lang="en-AS" sz="2400" dirty="0">
                <a:latin typeface="Open Sans"/>
              </a:rPr>
              <a:t>n</a:t>
            </a:r>
            <a:r>
              <a:rPr lang="en-US" sz="2400" dirty="0">
                <a:latin typeface="Open Sans"/>
              </a:rPr>
              <a:t>t</a:t>
            </a:r>
            <a:r>
              <a:rPr lang="en-AS" sz="2400" dirty="0">
                <a:latin typeface="Open Sans"/>
              </a:rPr>
              <a:t>a</a:t>
            </a:r>
            <a:r>
              <a:rPr lang="en-US" sz="2400" dirty="0">
                <a:latin typeface="Open Sans"/>
              </a:rPr>
              <a:t>t</a:t>
            </a:r>
            <a:r>
              <a:rPr lang="en-AS" sz="2400" dirty="0" err="1">
                <a:latin typeface="Open Sans"/>
              </a:rPr>
              <a:t>i</a:t>
            </a:r>
            <a:r>
              <a:rPr lang="en-US" sz="2400" dirty="0">
                <a:latin typeface="Open Sans"/>
              </a:rPr>
              <a:t>o</a:t>
            </a:r>
            <a:r>
              <a:rPr lang="en-AS" sz="2400" dirty="0">
                <a:latin typeface="Open Sans"/>
              </a:rPr>
              <a:t>n disparity:</a:t>
            </a:r>
          </a:p>
          <a:p>
            <a:pPr marL="0" indent="0">
              <a:buNone/>
            </a:pPr>
            <a:endParaRPr lang="en-AS" sz="2400" dirty="0">
              <a:latin typeface="Open Sans"/>
            </a:endParaRPr>
          </a:p>
          <a:p>
            <a:pPr marL="0" indent="0">
              <a:buNone/>
            </a:pPr>
            <a:endParaRPr lang="en-AS" sz="2400" dirty="0">
              <a:latin typeface="Open Sans"/>
            </a:endParaRPr>
          </a:p>
          <a:p>
            <a:pPr marL="457200" lvl="1" indent="0">
              <a:buNone/>
            </a:pPr>
            <a:endParaRPr lang="en-US" sz="2000" dirty="0">
              <a:latin typeface="Open Sans"/>
            </a:endParaRPr>
          </a:p>
        </p:txBody>
      </p:sp>
      <p:pic>
        <p:nvPicPr>
          <p:cNvPr id="6" name="Picture 5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E7D8F01A-ED56-45C0-953B-B2E93A2C5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452" y="2227539"/>
            <a:ext cx="3300222" cy="473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D063F1-A8BC-41F3-99E9-A8092F270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452" y="3286387"/>
            <a:ext cx="5398242" cy="50812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7D0186-0770-4AE2-A95C-0C20B971576D}"/>
              </a:ext>
            </a:extLst>
          </p:cNvPr>
          <p:cNvCxnSpPr/>
          <p:nvPr/>
        </p:nvCxnSpPr>
        <p:spPr>
          <a:xfrm flipV="1">
            <a:off x="1241571" y="2567031"/>
            <a:ext cx="234891" cy="360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700C29-0D65-4C76-BC04-D454A4179005}"/>
              </a:ext>
            </a:extLst>
          </p:cNvPr>
          <p:cNvSpPr txBox="1"/>
          <p:nvPr/>
        </p:nvSpPr>
        <p:spPr>
          <a:xfrm>
            <a:off x="465461" y="2873640"/>
            <a:ext cx="155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AS" dirty="0" err="1">
                <a:solidFill>
                  <a:schemeClr val="accent1">
                    <a:lumMod val="75000"/>
                  </a:schemeClr>
                </a:solidFill>
              </a:rPr>
              <a:t>bserved</a:t>
            </a:r>
            <a:r>
              <a:rPr lang="en-AS" dirty="0">
                <a:solidFill>
                  <a:schemeClr val="accent1">
                    <a:lumMod val="75000"/>
                  </a:schemeClr>
                </a:solidFill>
              </a:rPr>
              <a:t> data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4D8620-50A8-4650-8510-D8C83E851481}"/>
              </a:ext>
            </a:extLst>
          </p:cNvPr>
          <p:cNvCxnSpPr>
            <a:cxnSpLocks/>
          </p:cNvCxnSpPr>
          <p:nvPr/>
        </p:nvCxnSpPr>
        <p:spPr>
          <a:xfrm flipV="1">
            <a:off x="4043495" y="2616761"/>
            <a:ext cx="151000" cy="453610"/>
          </a:xfrm>
          <a:prstGeom prst="straightConnector1">
            <a:avLst/>
          </a:prstGeom>
          <a:ln>
            <a:solidFill>
              <a:srgbClr val="EE600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E755EF0-C126-4D55-87B4-D4BA8193ADB6}"/>
              </a:ext>
            </a:extLst>
          </p:cNvPr>
          <p:cNvSpPr txBox="1"/>
          <p:nvPr/>
        </p:nvSpPr>
        <p:spPr>
          <a:xfrm>
            <a:off x="3606825" y="3020642"/>
            <a:ext cx="1169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S" dirty="0">
                <a:solidFill>
                  <a:srgbClr val="EE600A"/>
                </a:solidFill>
              </a:rPr>
              <a:t>G</a:t>
            </a:r>
            <a:r>
              <a:rPr lang="en-US" dirty="0">
                <a:solidFill>
                  <a:srgbClr val="EE600A"/>
                </a:solidFill>
              </a:rPr>
              <a:t>r</a:t>
            </a:r>
            <a:r>
              <a:rPr lang="en-AS" dirty="0">
                <a:solidFill>
                  <a:srgbClr val="EE600A"/>
                </a:solidFill>
              </a:rPr>
              <a:t>o</a:t>
            </a:r>
            <a:r>
              <a:rPr lang="en-US" dirty="0">
                <a:solidFill>
                  <a:srgbClr val="EE600A"/>
                </a:solidFill>
              </a:rPr>
              <a:t>u</a:t>
            </a:r>
            <a:r>
              <a:rPr lang="en-AS" dirty="0">
                <a:solidFill>
                  <a:srgbClr val="EE600A"/>
                </a:solidFill>
              </a:rPr>
              <a:t>p </a:t>
            </a:r>
            <a:r>
              <a:rPr lang="en-US" dirty="0">
                <a:solidFill>
                  <a:srgbClr val="EE600A"/>
                </a:solidFill>
              </a:rPr>
              <a:t>s</a:t>
            </a:r>
            <a:r>
              <a:rPr lang="en-AS" dirty="0" err="1">
                <a:solidFill>
                  <a:srgbClr val="EE600A"/>
                </a:solidFill>
              </a:rPr>
              <a:t>i</a:t>
            </a:r>
            <a:r>
              <a:rPr lang="en-US" dirty="0">
                <a:solidFill>
                  <a:srgbClr val="EE600A"/>
                </a:solidFill>
              </a:rPr>
              <a:t>z</a:t>
            </a:r>
            <a:r>
              <a:rPr lang="en-AS" dirty="0">
                <a:solidFill>
                  <a:srgbClr val="EE600A"/>
                </a:solidFill>
              </a:rPr>
              <a:t>e</a:t>
            </a:r>
            <a:endParaRPr lang="en-US" dirty="0">
              <a:solidFill>
                <a:srgbClr val="EE600A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FF712B-95BD-474B-9FC9-5F57C0F1EEB3}"/>
              </a:ext>
            </a:extLst>
          </p:cNvPr>
          <p:cNvCxnSpPr>
            <a:cxnSpLocks/>
          </p:cNvCxnSpPr>
          <p:nvPr/>
        </p:nvCxnSpPr>
        <p:spPr>
          <a:xfrm flipH="1" flipV="1">
            <a:off x="4572464" y="2616761"/>
            <a:ext cx="1375330" cy="4592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2DBD33E-FF27-4BC3-8C3D-7E3BC6BDBFF7}"/>
              </a:ext>
            </a:extLst>
          </p:cNvPr>
          <p:cNvSpPr txBox="1"/>
          <p:nvPr/>
        </p:nvSpPr>
        <p:spPr>
          <a:xfrm>
            <a:off x="5074037" y="3000945"/>
            <a:ext cx="191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S" dirty="0"/>
              <a:t>G</a:t>
            </a:r>
            <a:r>
              <a:rPr lang="en-US" dirty="0"/>
              <a:t>r</a:t>
            </a:r>
            <a:r>
              <a:rPr lang="en-AS" dirty="0"/>
              <a:t>o</a:t>
            </a:r>
            <a:r>
              <a:rPr lang="en-US" dirty="0"/>
              <a:t>u</a:t>
            </a:r>
            <a:r>
              <a:rPr lang="en-AS" dirty="0"/>
              <a:t>p distribution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5F2286-60A3-49FE-B6C0-BE6DE2D893DD}"/>
              </a:ext>
            </a:extLst>
          </p:cNvPr>
          <p:cNvCxnSpPr/>
          <p:nvPr/>
        </p:nvCxnSpPr>
        <p:spPr>
          <a:xfrm flipV="1">
            <a:off x="1602297" y="3624044"/>
            <a:ext cx="218114" cy="41106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C7004E-9621-4083-8D02-93F33E46DBD3}"/>
              </a:ext>
            </a:extLst>
          </p:cNvPr>
          <p:cNvSpPr txBox="1"/>
          <p:nvPr/>
        </p:nvSpPr>
        <p:spPr>
          <a:xfrm>
            <a:off x="808906" y="3974039"/>
            <a:ext cx="15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S" dirty="0">
                <a:solidFill>
                  <a:schemeClr val="accent1">
                    <a:lumMod val="75000"/>
                  </a:schemeClr>
                </a:solidFill>
              </a:rPr>
              <a:t>Worst case risk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2B0AE0-8E4F-4594-857E-BF3BDBEFB86B}"/>
              </a:ext>
            </a:extLst>
          </p:cNvPr>
          <p:cNvCxnSpPr>
            <a:cxnSpLocks/>
          </p:cNvCxnSpPr>
          <p:nvPr/>
        </p:nvCxnSpPr>
        <p:spPr>
          <a:xfrm flipH="1" flipV="1">
            <a:off x="3510162" y="3624044"/>
            <a:ext cx="96663" cy="411060"/>
          </a:xfrm>
          <a:prstGeom prst="straightConnector1">
            <a:avLst/>
          </a:prstGeom>
          <a:ln>
            <a:solidFill>
              <a:srgbClr val="EE600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8BEB6E-7FDD-4CD4-BF20-C108B651B852}"/>
              </a:ext>
            </a:extLst>
          </p:cNvPr>
          <p:cNvSpPr txBox="1"/>
          <p:nvPr/>
        </p:nvSpPr>
        <p:spPr>
          <a:xfrm>
            <a:off x="3101893" y="3974039"/>
            <a:ext cx="158678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E600A"/>
                </a:solidFill>
              </a:rPr>
              <a:t>G</a:t>
            </a:r>
            <a:r>
              <a:rPr lang="en-AS" dirty="0">
                <a:solidFill>
                  <a:srgbClr val="EE600A"/>
                </a:solidFill>
              </a:rPr>
              <a:t>r</a:t>
            </a:r>
            <a:r>
              <a:rPr lang="en-US" dirty="0">
                <a:solidFill>
                  <a:srgbClr val="EE600A"/>
                </a:solidFill>
              </a:rPr>
              <a:t>o</a:t>
            </a:r>
            <a:r>
              <a:rPr lang="en-AS" dirty="0">
                <a:solidFill>
                  <a:srgbClr val="EE600A"/>
                </a:solidFill>
              </a:rPr>
              <a:t>u</a:t>
            </a:r>
            <a:r>
              <a:rPr lang="en-US" dirty="0">
                <a:solidFill>
                  <a:srgbClr val="EE600A"/>
                </a:solidFill>
              </a:rPr>
              <a:t>p</a:t>
            </a:r>
            <a:r>
              <a:rPr lang="en-AS" dirty="0">
                <a:solidFill>
                  <a:srgbClr val="EE600A"/>
                </a:solidFill>
              </a:rPr>
              <a:t> </a:t>
            </a:r>
            <a:r>
              <a:rPr lang="en-US" dirty="0">
                <a:solidFill>
                  <a:srgbClr val="EE600A"/>
                </a:solidFill>
              </a:rPr>
              <a:t>r</a:t>
            </a:r>
            <a:r>
              <a:rPr lang="en-AS" dirty="0" err="1">
                <a:solidFill>
                  <a:srgbClr val="EE600A"/>
                </a:solidFill>
              </a:rPr>
              <a:t>i</a:t>
            </a:r>
            <a:r>
              <a:rPr lang="en-US" dirty="0">
                <a:solidFill>
                  <a:srgbClr val="EE600A"/>
                </a:solidFill>
              </a:rPr>
              <a:t>s</a:t>
            </a:r>
            <a:r>
              <a:rPr lang="en-AS" dirty="0">
                <a:solidFill>
                  <a:srgbClr val="EE600A"/>
                </a:solidFill>
              </a:rPr>
              <a:t>k</a:t>
            </a:r>
            <a:endParaRPr lang="en-US" dirty="0">
              <a:solidFill>
                <a:srgbClr val="EE600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28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5" grpId="0"/>
      <p:bldP spid="30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20BE-1F1C-4D7C-8549-BE2D52F7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Bounding worst-case r</a:t>
            </a:r>
            <a:r>
              <a:rPr lang="en-US" dirty="0" err="1"/>
              <a:t>i</a:t>
            </a:r>
            <a:r>
              <a:rPr lang="en-AS" dirty="0"/>
              <a:t>s</a:t>
            </a:r>
            <a:r>
              <a:rPr lang="en-US" dirty="0"/>
              <a:t>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17911-3BD1-42D8-9F9F-51BF93D94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S" sz="2400" dirty="0">
                    <a:latin typeface="Open Sans"/>
                  </a:rPr>
                  <a:t>H</a:t>
                </a:r>
                <a:r>
                  <a:rPr lang="en-US" sz="2400" dirty="0">
                    <a:latin typeface="Open Sans"/>
                  </a:rPr>
                  <a:t>o</a:t>
                </a:r>
                <a:r>
                  <a:rPr lang="en-AS" sz="2400" dirty="0">
                    <a:latin typeface="Open Sans"/>
                  </a:rPr>
                  <a:t>w to optimize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S" sz="2400" smtClean="0">
                            <a:latin typeface="Open Sans"/>
                          </a:rPr>
                        </m:ctrlPr>
                      </m:sSubPr>
                      <m:e>
                        <m:r>
                          <a:rPr lang="en-AS" sz="2400" i="1" smtClean="0">
                            <a:latin typeface="Open Sans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S" sz="2400" i="0" smtClean="0">
                            <a:latin typeface="Open Sans"/>
                          </a:rPr>
                          <m:t>max</m:t>
                        </m:r>
                      </m:sub>
                    </m:sSub>
                    <m:d>
                      <m:dPr>
                        <m:ctrlPr>
                          <a:rPr lang="en-AS" sz="2400" i="1" smtClean="0">
                            <a:latin typeface="Open Sans"/>
                          </a:rPr>
                        </m:ctrlPr>
                      </m:dPr>
                      <m:e>
                        <m:r>
                          <a:rPr lang="en-AS" sz="2400" i="1" smtClean="0">
                            <a:latin typeface="Open Sans"/>
                          </a:rPr>
                          <m:t>𝜃</m:t>
                        </m:r>
                      </m:e>
                    </m:d>
                  </m:oMath>
                </a14:m>
                <a:r>
                  <a:rPr lang="en-AS" sz="2400" dirty="0">
                    <a:latin typeface="Open Sans"/>
                  </a:rPr>
                  <a:t> if we don’t know the groups?</a:t>
                </a:r>
              </a:p>
              <a:p>
                <a:pPr marL="0" indent="0">
                  <a:buNone/>
                </a:pPr>
                <a:endParaRPr lang="en-AS" sz="2400" dirty="0">
                  <a:latin typeface="Open Sans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Open Sans"/>
                  </a:rPr>
                  <a:t>U</a:t>
                </a:r>
                <a:r>
                  <a:rPr lang="en-AS" sz="2400" dirty="0">
                    <a:solidFill>
                      <a:srgbClr val="FF0000"/>
                    </a:solidFill>
                    <a:latin typeface="Open Sans"/>
                  </a:rPr>
                  <a:t>p</a:t>
                </a:r>
                <a:r>
                  <a:rPr lang="en-US" sz="2400" dirty="0">
                    <a:solidFill>
                      <a:srgbClr val="FF0000"/>
                    </a:solidFill>
                    <a:latin typeface="Open Sans"/>
                  </a:rPr>
                  <a:t>p</a:t>
                </a:r>
                <a:r>
                  <a:rPr lang="en-AS" sz="2400" dirty="0">
                    <a:solidFill>
                      <a:srgbClr val="FF0000"/>
                    </a:solidFill>
                    <a:latin typeface="Open Sans"/>
                  </a:rPr>
                  <a:t>e</a:t>
                </a:r>
                <a:r>
                  <a:rPr lang="en-US" sz="2400" dirty="0">
                    <a:solidFill>
                      <a:srgbClr val="FF0000"/>
                    </a:solidFill>
                    <a:latin typeface="Open Sans"/>
                  </a:rPr>
                  <a:t>r</a:t>
                </a:r>
                <a:r>
                  <a:rPr lang="en-AS" sz="2400" dirty="0">
                    <a:solidFill>
                      <a:srgbClr val="FF0000"/>
                    </a:solidFill>
                    <a:latin typeface="Open Sans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Open Sans"/>
                  </a:rPr>
                  <a:t>b</a:t>
                </a:r>
                <a:r>
                  <a:rPr lang="en-AS" sz="2400" dirty="0">
                    <a:solidFill>
                      <a:srgbClr val="FF0000"/>
                    </a:solidFill>
                    <a:latin typeface="Open Sans"/>
                  </a:rPr>
                  <a:t>o</a:t>
                </a:r>
                <a:r>
                  <a:rPr lang="en-US" sz="2400" dirty="0">
                    <a:solidFill>
                      <a:srgbClr val="FF0000"/>
                    </a:solidFill>
                    <a:latin typeface="Open Sans"/>
                  </a:rPr>
                  <a:t>u</a:t>
                </a:r>
                <a:r>
                  <a:rPr lang="en-AS" sz="2400" dirty="0">
                    <a:solidFill>
                      <a:srgbClr val="FF0000"/>
                    </a:solidFill>
                    <a:latin typeface="Open Sans"/>
                  </a:rPr>
                  <a:t>n</a:t>
                </a:r>
                <a:r>
                  <a:rPr lang="en-US" sz="2400" dirty="0">
                    <a:solidFill>
                      <a:srgbClr val="FF0000"/>
                    </a:solidFill>
                    <a:latin typeface="Open Sans"/>
                  </a:rPr>
                  <a:t>d</a:t>
                </a:r>
                <a:r>
                  <a:rPr lang="en-AS" sz="2400" dirty="0">
                    <a:solidFill>
                      <a:srgbClr val="FF0000"/>
                    </a:solidFill>
                    <a:latin typeface="Open Sans"/>
                  </a:rPr>
                  <a:t>!!!</a:t>
                </a:r>
                <a:endParaRPr lang="en-AS" sz="2400" dirty="0">
                  <a:latin typeface="Open Sans"/>
                </a:endParaRPr>
              </a:p>
              <a:p>
                <a:pPr marL="0" indent="0">
                  <a:buNone/>
                </a:pPr>
                <a:endParaRPr lang="en-US" sz="2400" dirty="0">
                  <a:latin typeface="Open Sans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17911-3BD1-42D8-9F9F-51BF93D94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6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31C2-ED6A-4A88-BAE2-726F104C4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U</a:t>
            </a:r>
            <a:r>
              <a:rPr lang="en-US" dirty="0"/>
              <a:t>p</a:t>
            </a:r>
            <a:r>
              <a:rPr lang="en-AS" dirty="0"/>
              <a:t>p</a:t>
            </a:r>
            <a:r>
              <a:rPr lang="en-US" dirty="0"/>
              <a:t>e</a:t>
            </a:r>
            <a:r>
              <a:rPr lang="en-AS" dirty="0"/>
              <a:t>r </a:t>
            </a:r>
            <a:r>
              <a:rPr lang="en-US" dirty="0"/>
              <a:t>b</a:t>
            </a:r>
            <a:r>
              <a:rPr lang="en-AS" dirty="0"/>
              <a:t>o</a:t>
            </a:r>
            <a:r>
              <a:rPr lang="en-US" dirty="0"/>
              <a:t>u</a:t>
            </a:r>
            <a:r>
              <a:rPr lang="en-AS" dirty="0" err="1"/>
              <a:t>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99C81-935C-43B2-A324-C28C29B68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S" dirty="0"/>
              <a:t>DRO:</a:t>
            </a:r>
          </a:p>
          <a:p>
            <a:pPr marL="0" indent="0">
              <a:buNone/>
            </a:pPr>
            <a:endParaRPr lang="en-AS" dirty="0"/>
          </a:p>
          <a:p>
            <a:pPr marL="0" indent="0">
              <a:buNone/>
            </a:pPr>
            <a:endParaRPr lang="en-AS" dirty="0"/>
          </a:p>
          <a:p>
            <a:pPr marL="0" indent="0">
              <a:buNone/>
            </a:pPr>
            <a:endParaRPr lang="en-AS" dirty="0"/>
          </a:p>
          <a:p>
            <a:pPr marL="0" indent="0">
              <a:buNone/>
            </a:pPr>
            <a:r>
              <a:rPr lang="en-AS" dirty="0"/>
              <a:t>If                                         ,</a:t>
            </a:r>
          </a:p>
          <a:p>
            <a:pPr marL="0" indent="0">
              <a:buNone/>
            </a:pPr>
            <a:r>
              <a:rPr lang="en-AS" dirty="0"/>
              <a:t>                         &lt;</a:t>
            </a:r>
          </a:p>
          <a:p>
            <a:pPr marL="0" indent="0">
              <a:buNone/>
            </a:pPr>
            <a:r>
              <a:rPr lang="en-AS" dirty="0"/>
              <a:t> </a:t>
            </a:r>
          </a:p>
          <a:p>
            <a:pPr marL="0" indent="0">
              <a:buNone/>
            </a:pPr>
            <a:endParaRPr lang="en-AS" dirty="0"/>
          </a:p>
          <a:p>
            <a:pPr marL="0" indent="0">
              <a:buNone/>
            </a:pPr>
            <a:endParaRPr lang="en-AS" dirty="0"/>
          </a:p>
          <a:p>
            <a:pPr marL="0" indent="0">
              <a:buNone/>
            </a:pPr>
            <a:endParaRPr lang="en-A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84EFCD0-FA1A-4213-A5DA-D5BC6F92D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376" y="2264930"/>
            <a:ext cx="5076125" cy="934105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B38D7049-4DED-46EC-9753-35F59D3A5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21"/>
          <a:stretch/>
        </p:blipFill>
        <p:spPr>
          <a:xfrm>
            <a:off x="1698337" y="3295724"/>
            <a:ext cx="2850800" cy="328764"/>
          </a:xfrm>
          <a:prstGeom prst="rect">
            <a:avLst/>
          </a:prstGeom>
        </p:spPr>
      </p:pic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D94CE748-1112-421B-915B-8E7434108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87" y="3198020"/>
            <a:ext cx="2059338" cy="453362"/>
          </a:xfrm>
          <a:prstGeom prst="rect">
            <a:avLst/>
          </a:prstGeom>
        </p:spPr>
      </p:pic>
      <p:pic>
        <p:nvPicPr>
          <p:cNvPr id="10" name="Picture 9" descr="A picture containing table, room&#10;&#10;Description automatically generated">
            <a:extLst>
              <a:ext uri="{FF2B5EF4-FFF2-40B4-BE49-F238E27FC236}">
                <a16:creationId xmlns:a16="http://schemas.microsoft.com/office/drawing/2014/main" id="{DDA7407C-5A31-447B-825B-747920BF1A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709" y="3885260"/>
            <a:ext cx="3053344" cy="422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03BF1A-3934-45CB-A6AD-5D039C53E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11" y="4449362"/>
            <a:ext cx="1037353" cy="338100"/>
          </a:xfrm>
          <a:prstGeom prst="rect">
            <a:avLst/>
          </a:prstGeom>
        </p:spPr>
      </p:pic>
      <p:pic>
        <p:nvPicPr>
          <p:cNvPr id="14" name="Picture 13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5C8E9E3A-C80B-4B54-8C92-DA1840B0E4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622" y="4449362"/>
            <a:ext cx="1736606" cy="391889"/>
          </a:xfrm>
          <a:prstGeom prst="rect">
            <a:avLst/>
          </a:prstGeom>
        </p:spPr>
      </p:pic>
      <p:pic>
        <p:nvPicPr>
          <p:cNvPr id="17" name="Picture 16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7418A7A7-3B2C-4AEF-AED3-3247178D16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12" y="4925930"/>
            <a:ext cx="3307538" cy="4296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1FD7D38-660E-4F9C-9874-4F99A8FDBF9D}"/>
              </a:ext>
            </a:extLst>
          </p:cNvPr>
          <p:cNvSpPr txBox="1"/>
          <p:nvPr/>
        </p:nvSpPr>
        <p:spPr>
          <a:xfrm>
            <a:off x="838200" y="56793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46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D9A2-3B7C-4F0A-9B3D-2988246C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E</a:t>
            </a:r>
            <a:r>
              <a:rPr lang="en-US" dirty="0"/>
              <a:t>x</a:t>
            </a:r>
            <a:r>
              <a:rPr lang="en-AS" dirty="0"/>
              <a:t>a</a:t>
            </a:r>
            <a:r>
              <a:rPr lang="en-US" dirty="0"/>
              <a:t>m</a:t>
            </a:r>
            <a:r>
              <a:rPr lang="en-AS" dirty="0"/>
              <a:t>p</a:t>
            </a:r>
            <a:r>
              <a:rPr lang="en-US" dirty="0"/>
              <a:t>l</a:t>
            </a:r>
            <a:r>
              <a:rPr lang="en-AS" dirty="0"/>
              <a:t>e </a:t>
            </a:r>
            <a:r>
              <a:rPr lang="en-US" dirty="0"/>
              <a:t>b</a:t>
            </a:r>
            <a:r>
              <a:rPr lang="en-AS" dirty="0"/>
              <a:t>e</a:t>
            </a:r>
            <a:r>
              <a:rPr lang="en-US" dirty="0"/>
              <a:t>h</a:t>
            </a:r>
            <a:r>
              <a:rPr lang="en-AS" dirty="0"/>
              <a:t>a</a:t>
            </a:r>
            <a:r>
              <a:rPr lang="en-US" dirty="0"/>
              <a:t>v</a:t>
            </a:r>
            <a:r>
              <a:rPr lang="en-AS" dirty="0" err="1"/>
              <a:t>ior</a:t>
            </a:r>
            <a:r>
              <a:rPr lang="en-AS" dirty="0"/>
              <a:t> of DRO</a:t>
            </a:r>
            <a:endParaRPr lang="en-US" dirty="0"/>
          </a:p>
        </p:txBody>
      </p:sp>
      <p:pic>
        <p:nvPicPr>
          <p:cNvPr id="5" name="Content Placeholder 4" descr="A picture containing clock&#10;&#10;Description automatically generated">
            <a:extLst>
              <a:ext uri="{FF2B5EF4-FFF2-40B4-BE49-F238E27FC236}">
                <a16:creationId xmlns:a16="http://schemas.microsoft.com/office/drawing/2014/main" id="{A062633B-661B-44DE-BCDD-3257903BF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29" y="1690688"/>
            <a:ext cx="4595096" cy="4351338"/>
          </a:xfrm>
        </p:spPr>
      </p:pic>
    </p:spTree>
    <p:extLst>
      <p:ext uri="{BB962C8B-B14F-4D97-AF65-F5344CB8AC3E}">
        <p14:creationId xmlns:p14="http://schemas.microsoft.com/office/powerpoint/2010/main" val="279363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04778-78CC-434B-AA22-05CDBBAEC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Is</a:t>
            </a:r>
            <a:r>
              <a:rPr lang="en-AS" dirty="0"/>
              <a:t> </a:t>
            </a:r>
            <a:r>
              <a:rPr lang="en-US" dirty="0"/>
              <a:t>t</a:t>
            </a:r>
            <a:r>
              <a:rPr lang="en-AS" dirty="0"/>
              <a:t>h</a:t>
            </a:r>
            <a:r>
              <a:rPr lang="en-US" dirty="0"/>
              <a:t>e</a:t>
            </a:r>
            <a:r>
              <a:rPr lang="en-AS" dirty="0"/>
              <a:t> </a:t>
            </a:r>
            <a:r>
              <a:rPr lang="en-US" dirty="0"/>
              <a:t>b</a:t>
            </a:r>
            <a:r>
              <a:rPr lang="en-AS" dirty="0"/>
              <a:t>o</a:t>
            </a:r>
            <a:r>
              <a:rPr lang="en-US" dirty="0"/>
              <a:t>u</a:t>
            </a:r>
            <a:r>
              <a:rPr lang="en-AS" dirty="0"/>
              <a:t>n</a:t>
            </a:r>
            <a:r>
              <a:rPr lang="en-US" dirty="0"/>
              <a:t>d </a:t>
            </a:r>
            <a:r>
              <a:rPr lang="en-AS" dirty="0"/>
              <a:t>right over time?</a:t>
            </a:r>
          </a:p>
          <a:p>
            <a:pPr marL="0" indent="0">
              <a:buNone/>
            </a:pPr>
            <a:endParaRPr lang="en-AS" dirty="0"/>
          </a:p>
          <a:p>
            <a:pPr marL="0" indent="0">
              <a:buNone/>
            </a:pPr>
            <a:r>
              <a:rPr lang="en-AS" dirty="0"/>
              <a:t>Condition:			            ,</a:t>
            </a:r>
          </a:p>
          <a:p>
            <a:pPr>
              <a:buFont typeface="Wingdings" panose="05000000000000000000" pitchFamily="2" charset="2"/>
              <a:buChar char="Ø"/>
            </a:pPr>
            <a:endParaRPr lang="en-AS" dirty="0"/>
          </a:p>
          <a:p>
            <a:pPr>
              <a:buFont typeface="Wingdings" panose="05000000000000000000" pitchFamily="2" charset="2"/>
              <a:buChar char="Ø"/>
            </a:pPr>
            <a:endParaRPr lang="en-A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21A8F-96E2-42CC-BE5D-441F0111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P</a:t>
            </a:r>
            <a:r>
              <a:rPr lang="en-US" dirty="0"/>
              <a:t>a</a:t>
            </a:r>
            <a:r>
              <a:rPr lang="en-AS" dirty="0"/>
              <a:t>r</a:t>
            </a:r>
            <a:r>
              <a:rPr lang="en-US" dirty="0"/>
              <a:t>t</a:t>
            </a:r>
            <a:r>
              <a:rPr lang="en-AS" dirty="0"/>
              <a:t> </a:t>
            </a:r>
            <a:r>
              <a:rPr lang="en-US" dirty="0"/>
              <a:t>I</a:t>
            </a:r>
            <a:r>
              <a:rPr lang="en-AS" dirty="0"/>
              <a:t>I</a:t>
            </a:r>
            <a:endParaRPr lang="en-US" dirty="0"/>
          </a:p>
        </p:txBody>
      </p:sp>
      <p:pic>
        <p:nvPicPr>
          <p:cNvPr id="9" name="Picture 8" descr="A picture containing table, room&#10;&#10;Description automatically generated">
            <a:extLst>
              <a:ext uri="{FF2B5EF4-FFF2-40B4-BE49-F238E27FC236}">
                <a16:creationId xmlns:a16="http://schemas.microsoft.com/office/drawing/2014/main" id="{119823AD-CD0F-452E-9AB5-547EDE6C7C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15111" b="-36323"/>
          <a:stretch/>
        </p:blipFill>
        <p:spPr>
          <a:xfrm>
            <a:off x="2542114" y="2853414"/>
            <a:ext cx="2591950" cy="575586"/>
          </a:xfrm>
          <a:prstGeom prst="rect">
            <a:avLst/>
          </a:prstGeom>
        </p:spPr>
      </p:pic>
      <p:pic>
        <p:nvPicPr>
          <p:cNvPr id="11" name="Picture 10" descr="A picture containing clock&#10;&#10;Description automatically generated">
            <a:extLst>
              <a:ext uri="{FF2B5EF4-FFF2-40B4-BE49-F238E27FC236}">
                <a16:creationId xmlns:a16="http://schemas.microsoft.com/office/drawing/2014/main" id="{6DE5945A-B400-400B-9B0D-713196096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614" y="2659755"/>
            <a:ext cx="642395" cy="57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92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E316-578B-4FAB-8241-252C42B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altLang="zh-CN" dirty="0"/>
              <a:t>P</a:t>
            </a:r>
            <a:r>
              <a:rPr lang="en-US" altLang="zh-CN" dirty="0"/>
              <a:t>a</a:t>
            </a:r>
            <a:r>
              <a:rPr lang="en-AS" altLang="zh-CN" dirty="0"/>
              <a:t>r</a:t>
            </a:r>
            <a:r>
              <a:rPr lang="en-US" altLang="zh-CN" dirty="0"/>
              <a:t>t</a:t>
            </a:r>
            <a:r>
              <a:rPr lang="en-AS" altLang="zh-CN" dirty="0"/>
              <a:t> </a:t>
            </a:r>
            <a:r>
              <a:rPr lang="en-US" altLang="zh-CN" dirty="0"/>
              <a:t>I</a:t>
            </a:r>
            <a:r>
              <a:rPr lang="en-AS" altLang="zh-CN" dirty="0"/>
              <a:t>I </a:t>
            </a:r>
            <a:r>
              <a:rPr lang="en-US" altLang="zh-CN" dirty="0"/>
              <a:t>Problem setting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E9DA4E-23E2-4CD8-BCC9-1A03FA3CB283}"/>
              </a:ext>
            </a:extLst>
          </p:cNvPr>
          <p:cNvSpPr/>
          <p:nvPr/>
        </p:nvSpPr>
        <p:spPr>
          <a:xfrm>
            <a:off x="1090568" y="2181137"/>
            <a:ext cx="1627464" cy="52011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41116-F8C2-41E4-807E-FAAE226C0688}"/>
              </a:ext>
            </a:extLst>
          </p:cNvPr>
          <p:cNvSpPr txBox="1"/>
          <p:nvPr/>
        </p:nvSpPr>
        <p:spPr>
          <a:xfrm>
            <a:off x="1359321" y="2256529"/>
            <a:ext cx="1073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New user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64DFC2-7011-499E-B61B-A1CA0901BA6E}"/>
              </a:ext>
            </a:extLst>
          </p:cNvPr>
          <p:cNvCxnSpPr>
            <a:cxnSpLocks/>
          </p:cNvCxnSpPr>
          <p:nvPr/>
        </p:nvCxnSpPr>
        <p:spPr>
          <a:xfrm flipV="1">
            <a:off x="2709643" y="2441195"/>
            <a:ext cx="897623" cy="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16CF57-C7E1-4F91-BD13-F7A31F89EE91}"/>
              </a:ext>
            </a:extLst>
          </p:cNvPr>
          <p:cNvSpPr/>
          <p:nvPr/>
        </p:nvSpPr>
        <p:spPr>
          <a:xfrm>
            <a:off x="3608666" y="2165757"/>
            <a:ext cx="1627464" cy="52011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7C9DB-2922-4AE4-8BB5-F8AA58FD4898}"/>
              </a:ext>
            </a:extLst>
          </p:cNvPr>
          <p:cNvSpPr txBox="1"/>
          <p:nvPr/>
        </p:nvSpPr>
        <p:spPr>
          <a:xfrm>
            <a:off x="3877419" y="224114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   User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86F5AE-BCBE-443B-B8AE-3D6843B577C9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5236130" y="2409038"/>
            <a:ext cx="2038529" cy="16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6424EF-7C99-4F7B-9C0A-F95878469546}"/>
              </a:ext>
            </a:extLst>
          </p:cNvPr>
          <p:cNvSpPr/>
          <p:nvPr/>
        </p:nvSpPr>
        <p:spPr>
          <a:xfrm>
            <a:off x="7274659" y="2148979"/>
            <a:ext cx="1627464" cy="52011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14CE27-3BE7-458A-BCDA-9DC004460D09}"/>
              </a:ext>
            </a:extLst>
          </p:cNvPr>
          <p:cNvSpPr txBox="1"/>
          <p:nvPr/>
        </p:nvSpPr>
        <p:spPr>
          <a:xfrm>
            <a:off x="7722316" y="2201894"/>
            <a:ext cx="762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Query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DC7EC7-61CF-4B74-8590-7FB532C52C1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088391" y="2669096"/>
            <a:ext cx="0" cy="803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E1206F-5396-40F7-864B-804B5E61EBA3}"/>
              </a:ext>
            </a:extLst>
          </p:cNvPr>
          <p:cNvSpPr/>
          <p:nvPr/>
        </p:nvSpPr>
        <p:spPr>
          <a:xfrm>
            <a:off x="7274659" y="3473041"/>
            <a:ext cx="1627464" cy="52011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150ED5-1695-4977-8209-B25C4C1C3C08}"/>
              </a:ext>
            </a:extLst>
          </p:cNvPr>
          <p:cNvSpPr txBox="1"/>
          <p:nvPr/>
        </p:nvSpPr>
        <p:spPr>
          <a:xfrm>
            <a:off x="7811860" y="355682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Loss</a:t>
            </a:r>
            <a:endParaRPr lang="en-US" dirty="0"/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9F9F0B8-752A-4917-911A-BCD0324D7B38}"/>
              </a:ext>
            </a:extLst>
          </p:cNvPr>
          <p:cNvCxnSpPr>
            <a:stCxn id="21" idx="1"/>
            <a:endCxn id="10" idx="2"/>
          </p:cNvCxnSpPr>
          <p:nvPr/>
        </p:nvCxnSpPr>
        <p:spPr>
          <a:xfrm rot="10800000">
            <a:off x="4422399" y="2685874"/>
            <a:ext cx="2852261" cy="104722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CD69E9-455E-4B0B-B4F0-6FBD83CDBC6E}"/>
                  </a:ext>
                </a:extLst>
              </p:cNvPr>
              <p:cNvSpPr txBox="1"/>
              <p:nvPr/>
            </p:nvSpPr>
            <p:spPr>
              <a:xfrm>
                <a:off x="2891009" y="2017228"/>
                <a:ext cx="534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CD69E9-455E-4B0B-B4F0-6FBD83CDB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009" y="2017228"/>
                <a:ext cx="534890" cy="369332"/>
              </a:xfrm>
              <a:prstGeom prst="rect">
                <a:avLst/>
              </a:prstGeom>
              <a:blipFill>
                <a:blip r:embed="rId2"/>
                <a:stretch>
                  <a:fillRect l="-909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 descr="A close up of a logo&#10;&#10;Description automatically generated">
            <a:extLst>
              <a:ext uri="{FF2B5EF4-FFF2-40B4-BE49-F238E27FC236}">
                <a16:creationId xmlns:a16="http://schemas.microsoft.com/office/drawing/2014/main" id="{1D3C831B-29B7-4263-B743-9DFC9E4FA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632" y="1981652"/>
            <a:ext cx="770103" cy="2923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5A2F66D-9E4E-480C-84AE-89B40D776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90" y="1974100"/>
            <a:ext cx="1186069" cy="27543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C97A37F-7F9F-450C-8C93-B09920A5FF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373" y="3452461"/>
            <a:ext cx="922092" cy="3227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6904E4D-AD72-4E04-A867-8D73728FC10D}"/>
              </a:ext>
            </a:extLst>
          </p:cNvPr>
          <p:cNvSpPr txBox="1"/>
          <p:nvPr/>
        </p:nvSpPr>
        <p:spPr>
          <a:xfrm>
            <a:off x="4266788" y="348601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*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FB9EB4DE-A893-45BB-BC3B-EDBCF96572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5680" y="411480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Open Sans"/>
                  </a:rPr>
                  <a:t>At each round:</a:t>
                </a:r>
              </a:p>
              <a:p>
                <a:pPr marL="914400" lvl="1" indent="-457200">
                  <a:buAutoNum type="arabicPeriod"/>
                </a:pPr>
                <a:r>
                  <a:rPr lang="en-US" b="1" dirty="0">
                    <a:latin typeface="Open Sans"/>
                  </a:rPr>
                  <a:t>new users: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Open Sans"/>
                          </a:rPr>
                        </m:ctrlPr>
                      </m:sSubPr>
                      <m:e>
                        <m:r>
                          <a:rPr lang="en-US" i="1" dirty="0">
                            <a:latin typeface="Open Sans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Open Sans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1" dirty="0">
                    <a:latin typeface="Open Sans"/>
                  </a:rPr>
                  <a:t> </a:t>
                </a:r>
                <a:r>
                  <a:rPr lang="en-US" dirty="0">
                    <a:latin typeface="Open Sans"/>
                  </a:rPr>
                  <a:t>new users arrive</a:t>
                </a:r>
              </a:p>
              <a:p>
                <a:pPr marL="914400" lvl="1" indent="-457200">
                  <a:buAutoNum type="arabicPeriod"/>
                </a:pPr>
                <a:r>
                  <a:rPr lang="en-US" b="1" dirty="0">
                    <a:latin typeface="Open Sans"/>
                  </a:rPr>
                  <a:t>Observation: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dirty="0" smtClean="0">
                            <a:latin typeface="Open Sans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latin typeface="Open Sans"/>
                          </a:rPr>
                          <m:t>𝑛</m:t>
                        </m:r>
                      </m:e>
                      <m:sub>
                        <m:r>
                          <a:rPr lang="en-US" b="1" i="1" dirty="0" smtClean="0">
                            <a:latin typeface="Open Sans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b="1" i="1" dirty="0" smtClean="0">
                                <a:latin typeface="Open Sans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latin typeface="Open Sans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b="1" i="1" dirty="0" smtClean="0">
                        <a:latin typeface="Open Sans"/>
                      </a:rPr>
                      <m:t> ~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Open Sans"/>
                      </a:rPr>
                      <m:t>Pois</m:t>
                    </m:r>
                    <m:sSubSup>
                      <m:sSubSupPr>
                        <m:ctrlPr>
                          <a:rPr lang="en-US" b="1" dirty="0" smtClean="0">
                            <a:latin typeface="Open Sans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latin typeface="Open Sans"/>
                          </a:rPr>
                          <m:t>(</m:t>
                        </m:r>
                        <m:r>
                          <a:rPr lang="en-US" b="1" i="1" dirty="0" smtClean="0">
                            <a:latin typeface="Open Sans"/>
                          </a:rPr>
                          <m:t>𝜆</m:t>
                        </m:r>
                      </m:e>
                      <m:sub>
                        <m:r>
                          <a:rPr lang="en-US" b="1" i="1" dirty="0" smtClean="0">
                            <a:latin typeface="Open Sans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b="1" i="1" dirty="0" smtClean="0">
                                <a:latin typeface="Open Sans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latin typeface="Open Sans"/>
                              </a:rPr>
                              <m:t>𝑡</m:t>
                            </m:r>
                            <m:r>
                              <a:rPr lang="en-US" b="1" i="0" dirty="0" smtClean="0">
                                <a:latin typeface="Open Sans"/>
                              </a:rPr>
                              <m:t>+1</m:t>
                            </m:r>
                          </m:e>
                        </m:d>
                      </m:sup>
                    </m:sSubSup>
                    <m:r>
                      <a:rPr lang="en-AS" b="1" i="0" dirty="0" smtClean="0">
                        <a:latin typeface="Open Sans"/>
                      </a:rPr>
                      <m:t>)</m:t>
                    </m:r>
                  </m:oMath>
                </a14:m>
                <a:r>
                  <a:rPr lang="en-US" b="1" dirty="0">
                    <a:latin typeface="Open Sans"/>
                  </a:rPr>
                  <a:t>  </a:t>
                </a:r>
                <a:r>
                  <a:rPr lang="en-US" dirty="0">
                    <a:latin typeface="Open Sans"/>
                  </a:rPr>
                  <a:t>samples observed</a:t>
                </a:r>
              </a:p>
              <a:p>
                <a:pPr marL="914400" lvl="1" indent="-457200">
                  <a:buAutoNum type="arabicPeriod"/>
                </a:pPr>
                <a:r>
                  <a:rPr lang="en-US" b="1" dirty="0">
                    <a:latin typeface="Open Sans"/>
                  </a:rPr>
                  <a:t>Incur loss: </a:t>
                </a:r>
                <a:r>
                  <a:rPr lang="en-US" dirty="0">
                    <a:latin typeface="Open Sans"/>
                  </a:rPr>
                  <a:t>groups incur loss</a:t>
                </a:r>
                <a:r>
                  <a:rPr lang="en-AS" dirty="0">
                    <a:latin typeface="Open San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 smtClean="0">
                            <a:latin typeface="Open Sans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Open Sans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Open Sans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latin typeface="Open Sans"/>
                </a:endParaRPr>
              </a:p>
              <a:p>
                <a:pPr marL="914400" lvl="1" indent="-457200">
                  <a:buAutoNum type="arabicPeriod"/>
                </a:pPr>
                <a:r>
                  <a:rPr lang="en-US" b="1" dirty="0">
                    <a:latin typeface="Open Sans"/>
                  </a:rPr>
                  <a:t>Retention: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Open Sans"/>
                      </a:rPr>
                      <m:t>𝑣</m:t>
                    </m:r>
                    <m:d>
                      <m:dPr>
                        <m:ctrlPr>
                          <a:rPr lang="en-US" b="1" i="1" dirty="0">
                            <a:latin typeface="Open San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latin typeface="Open Sans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Open Sans"/>
                              </a:rPr>
                              <m:t>𝑅</m:t>
                            </m:r>
                          </m:e>
                          <m:sub>
                            <m:r>
                              <a:rPr lang="en-US" b="1" i="1" dirty="0">
                                <a:latin typeface="Open Sans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b="1" i="1" dirty="0">
                                <a:latin typeface="Open San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dirty="0">
                                    <a:latin typeface="Open Sans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>
                                    <a:latin typeface="Open Sans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1" i="1" dirty="0">
                                    <a:latin typeface="Open Sans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</m:d>
                    <m:sSubSup>
                      <m:sSubSupPr>
                        <m:ctrlPr>
                          <a:rPr lang="en-US" b="1" i="1" dirty="0">
                            <a:latin typeface="Open Sans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Open Sans"/>
                          </a:rPr>
                          <m:t>𝜆</m:t>
                        </m:r>
                      </m:e>
                      <m:sub>
                        <m:r>
                          <a:rPr lang="en-US" b="1" i="1" dirty="0">
                            <a:latin typeface="Open Sans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b="1" i="1" dirty="0">
                                <a:latin typeface="Open Sans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latin typeface="Open Sans"/>
                              </a:rPr>
                              <m:t>𝑡</m:t>
                            </m:r>
                          </m:e>
                        </m:d>
                      </m:sup>
                    </m:sSubSup>
                  </m:oMath>
                </a14:m>
                <a:endParaRPr lang="en-US" b="1" dirty="0">
                  <a:latin typeface="Open Sans"/>
                </a:endParaRPr>
              </a:p>
            </p:txBody>
          </p:sp>
        </mc:Choice>
        <mc:Fallback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FB9EB4DE-A893-45BB-BC3B-EDBCF96572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5680" y="4114800"/>
                <a:ext cx="10515600" cy="4351338"/>
              </a:xfrm>
              <a:blipFill>
                <a:blip r:embed="rId6"/>
                <a:stretch>
                  <a:fillRect l="-1159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 descr="A picture containing clock&#10;&#10;Description automatically generated">
            <a:extLst>
              <a:ext uri="{FF2B5EF4-FFF2-40B4-BE49-F238E27FC236}">
                <a16:creationId xmlns:a16="http://schemas.microsoft.com/office/drawing/2014/main" id="{BD16B6B1-857E-4A95-AA69-39D1275BA10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37"/>
          <a:stretch/>
        </p:blipFill>
        <p:spPr>
          <a:xfrm>
            <a:off x="5536867" y="2852746"/>
            <a:ext cx="2528068" cy="36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5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 up of a clock&#10;&#10;Description automatically generated">
            <a:extLst>
              <a:ext uri="{FF2B5EF4-FFF2-40B4-BE49-F238E27FC236}">
                <a16:creationId xmlns:a16="http://schemas.microsoft.com/office/drawing/2014/main" id="{C552DB14-6B2E-42FE-BA77-98719E921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96" y="3793346"/>
            <a:ext cx="3967909" cy="9212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B04778-78CC-434B-AA22-05CDBBAEC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latin typeface="Open Sans"/>
                  </a:rPr>
                  <a:t>Is</a:t>
                </a:r>
                <a:r>
                  <a:rPr lang="en-AS" sz="2400" dirty="0">
                    <a:latin typeface="Open Sans"/>
                  </a:rPr>
                  <a:t> </a:t>
                </a:r>
                <a:r>
                  <a:rPr lang="en-US" sz="2400" dirty="0">
                    <a:latin typeface="Open Sans"/>
                  </a:rPr>
                  <a:t>t</a:t>
                </a:r>
                <a:r>
                  <a:rPr lang="en-AS" sz="2400" dirty="0">
                    <a:latin typeface="Open Sans"/>
                  </a:rPr>
                  <a:t>h</a:t>
                </a:r>
                <a:r>
                  <a:rPr lang="en-US" sz="2400" dirty="0">
                    <a:latin typeface="Open Sans"/>
                  </a:rPr>
                  <a:t>e</a:t>
                </a:r>
                <a:r>
                  <a:rPr lang="en-AS" sz="2400" dirty="0">
                    <a:latin typeface="Open Sans"/>
                  </a:rPr>
                  <a:t> </a:t>
                </a:r>
                <a:r>
                  <a:rPr lang="en-US" sz="2400" dirty="0">
                    <a:latin typeface="Open Sans"/>
                  </a:rPr>
                  <a:t>b</a:t>
                </a:r>
                <a:r>
                  <a:rPr lang="en-AS" sz="2400" dirty="0">
                    <a:latin typeface="Open Sans"/>
                  </a:rPr>
                  <a:t>o</a:t>
                </a:r>
                <a:r>
                  <a:rPr lang="en-US" sz="2400" dirty="0">
                    <a:latin typeface="Open Sans"/>
                  </a:rPr>
                  <a:t>u</a:t>
                </a:r>
                <a:r>
                  <a:rPr lang="en-AS" sz="2400" dirty="0">
                    <a:latin typeface="Open Sans"/>
                  </a:rPr>
                  <a:t>n</a:t>
                </a:r>
                <a:r>
                  <a:rPr lang="en-US" sz="2400" dirty="0">
                    <a:latin typeface="Open Sans"/>
                  </a:rPr>
                  <a:t>d </a:t>
                </a:r>
                <a:r>
                  <a:rPr lang="en-AS" sz="2400" dirty="0">
                    <a:latin typeface="Open Sans"/>
                  </a:rPr>
                  <a:t>right over time?</a:t>
                </a:r>
              </a:p>
              <a:p>
                <a:pPr marL="0" indent="0">
                  <a:buNone/>
                </a:pPr>
                <a:endParaRPr lang="en-AS" sz="2400" dirty="0">
                  <a:latin typeface="Open Sans"/>
                </a:endParaRPr>
              </a:p>
              <a:p>
                <a:pPr marL="0" indent="0">
                  <a:buNone/>
                </a:pPr>
                <a:r>
                  <a:rPr lang="en-AS" sz="2400" dirty="0">
                    <a:latin typeface="Open Sans"/>
                  </a:rPr>
                  <a:t>Condition:			            ,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S" sz="2400" b="0" i="1" dirty="0" smtClean="0">
                        <a:latin typeface="Open Sans"/>
                      </a:rPr>
                      <m:t>1. </m:t>
                    </m:r>
                    <m:r>
                      <a:rPr lang="en-AS" sz="2400" i="1" dirty="0" smtClean="0">
                        <a:latin typeface="Open Sans"/>
                      </a:rPr>
                      <m:t>𝛼</m:t>
                    </m:r>
                  </m:oMath>
                </a14:m>
                <a:r>
                  <a:rPr lang="en-AS" sz="2400" dirty="0">
                    <a:latin typeface="Open Sans"/>
                  </a:rPr>
                  <a:t> is a lower bound at t = 0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S" sz="2400" dirty="0">
                  <a:latin typeface="Open Sans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AS" sz="2400" dirty="0">
                    <a:latin typeface="Open Sans"/>
                  </a:rPr>
                  <a:t>2.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S" sz="2400" dirty="0">
                  <a:latin typeface="Open Sans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S" sz="2400" dirty="0">
                  <a:latin typeface="Open Sans"/>
                </a:endParaRPr>
              </a:p>
              <a:p>
                <a:pPr marL="0" indent="0">
                  <a:buNone/>
                </a:pPr>
                <a:endParaRPr lang="en-US" sz="2400" dirty="0">
                  <a:latin typeface="Open Sans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B04778-78CC-434B-AA22-05CDBBAEC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9D21A8F-96E2-42CC-BE5D-441F0111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P</a:t>
            </a:r>
            <a:r>
              <a:rPr lang="en-US" dirty="0"/>
              <a:t>a</a:t>
            </a:r>
            <a:r>
              <a:rPr lang="en-AS" dirty="0"/>
              <a:t>r</a:t>
            </a:r>
            <a:r>
              <a:rPr lang="en-US" dirty="0"/>
              <a:t>t</a:t>
            </a:r>
            <a:r>
              <a:rPr lang="en-AS" dirty="0"/>
              <a:t> </a:t>
            </a:r>
            <a:r>
              <a:rPr lang="en-US" dirty="0"/>
              <a:t>I</a:t>
            </a:r>
            <a:r>
              <a:rPr lang="en-AS" dirty="0"/>
              <a:t>I</a:t>
            </a:r>
            <a:endParaRPr lang="en-US" dirty="0"/>
          </a:p>
        </p:txBody>
      </p:sp>
      <p:pic>
        <p:nvPicPr>
          <p:cNvPr id="9" name="Picture 8" descr="A picture containing table, room&#10;&#10;Description automatically generated">
            <a:extLst>
              <a:ext uri="{FF2B5EF4-FFF2-40B4-BE49-F238E27FC236}">
                <a16:creationId xmlns:a16="http://schemas.microsoft.com/office/drawing/2014/main" id="{119823AD-CD0F-452E-9AB5-547EDE6C7C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15111" b="-36323"/>
          <a:stretch/>
        </p:blipFill>
        <p:spPr>
          <a:xfrm>
            <a:off x="2441446" y="2735968"/>
            <a:ext cx="2591950" cy="575586"/>
          </a:xfrm>
          <a:prstGeom prst="rect">
            <a:avLst/>
          </a:prstGeom>
        </p:spPr>
      </p:pic>
      <p:pic>
        <p:nvPicPr>
          <p:cNvPr id="11" name="Picture 10" descr="A picture containing clock&#10;&#10;Description automatically generated">
            <a:extLst>
              <a:ext uri="{FF2B5EF4-FFF2-40B4-BE49-F238E27FC236}">
                <a16:creationId xmlns:a16="http://schemas.microsoft.com/office/drawing/2014/main" id="{6DE5945A-B400-400B-9B0D-713196096D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946" y="2542309"/>
            <a:ext cx="642395" cy="57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5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E59C-D1DA-464D-A9B1-5FDF4DBC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dual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021F3D8-9CBA-4B9F-B044-809D8986F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40026"/>
            <a:ext cx="5076125" cy="934105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21BF8A31-6CA8-4FD6-BB62-F4EC534F1FA4}"/>
              </a:ext>
            </a:extLst>
          </p:cNvPr>
          <p:cNvSpPr/>
          <p:nvPr/>
        </p:nvSpPr>
        <p:spPr>
          <a:xfrm>
            <a:off x="3099425" y="3809068"/>
            <a:ext cx="553673" cy="847288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picture containing clock&#10;&#10;Description automatically generated">
            <a:extLst>
              <a:ext uri="{FF2B5EF4-FFF2-40B4-BE49-F238E27FC236}">
                <a16:creationId xmlns:a16="http://schemas.microsoft.com/office/drawing/2014/main" id="{600F4F50-D2B9-4D05-BD2E-670EEA755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56356"/>
            <a:ext cx="5059516" cy="847287"/>
          </a:xfrm>
        </p:spPr>
      </p:pic>
      <p:pic>
        <p:nvPicPr>
          <p:cNvPr id="13" name="Picture 12" descr="A close up of a clock&#10;&#10;Description automatically generated">
            <a:extLst>
              <a:ext uri="{FF2B5EF4-FFF2-40B4-BE49-F238E27FC236}">
                <a16:creationId xmlns:a16="http://schemas.microsoft.com/office/drawing/2014/main" id="{8FACA751-D8F9-49F0-ABBA-8FFC526CD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439" y="5358111"/>
            <a:ext cx="2781644" cy="56093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AAACAF9-F295-4544-A132-7156933080D9}"/>
              </a:ext>
            </a:extLst>
          </p:cNvPr>
          <p:cNvSpPr txBox="1">
            <a:spLocks/>
          </p:cNvSpPr>
          <p:nvPr/>
        </p:nvSpPr>
        <p:spPr>
          <a:xfrm>
            <a:off x="880145" y="18927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S" dirty="0"/>
              <a:t>How to optimize                   ?</a:t>
            </a:r>
          </a:p>
        </p:txBody>
      </p:sp>
      <p:pic>
        <p:nvPicPr>
          <p:cNvPr id="16" name="Picture 15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FC699193-6ACF-4C19-A250-AD6ECA4F97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206" y="1892737"/>
            <a:ext cx="1398506" cy="53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3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AB1866F9-BF48-41CC-9CAD-E1DAFA904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35" y="3897328"/>
            <a:ext cx="6301957" cy="265156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779ED2-CA18-4339-9FDA-A0D3D4F8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R</a:t>
            </a:r>
            <a:r>
              <a:rPr lang="en-US" dirty="0"/>
              <a:t>e</a:t>
            </a:r>
            <a:r>
              <a:rPr lang="en-AS" dirty="0"/>
              <a:t>s</a:t>
            </a:r>
            <a:r>
              <a:rPr lang="en-US" dirty="0"/>
              <a:t>u</a:t>
            </a:r>
            <a:r>
              <a:rPr lang="en-AS" dirty="0" err="1"/>
              <a:t>lts</a:t>
            </a:r>
            <a:endParaRPr lang="en-US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B5234F6-279B-43F2-B9F8-76EBF3657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69" y="1664522"/>
            <a:ext cx="4648200" cy="231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98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ED15B-FB92-4277-8E79-9772CAAE0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2304" y="1517870"/>
            <a:ext cx="9440034" cy="1828801"/>
          </a:xfrm>
        </p:spPr>
        <p:txBody>
          <a:bodyPr/>
          <a:lstStyle/>
          <a:p>
            <a:pPr algn="l"/>
            <a:r>
              <a:rPr lang="en-US" b="1" dirty="0">
                <a:latin typeface="Calibri Light (Headings)"/>
                <a:cs typeface="Times New Roman" panose="02020603050405020304" pitchFamily="18" charset="0"/>
              </a:rPr>
              <a:t>Delayed Impact of Fair Machine Learnin</a:t>
            </a:r>
            <a:r>
              <a:rPr lang="en-US" altLang="zh-CN" b="1" dirty="0">
                <a:latin typeface="Calibri Light (Headings)"/>
                <a:cs typeface="Times New Roman" panose="02020603050405020304" pitchFamily="18" charset="0"/>
              </a:rPr>
              <a:t>g</a:t>
            </a:r>
            <a:endParaRPr lang="en-US" b="1" dirty="0">
              <a:latin typeface="Calibri Light (Headings)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62B1E1-2806-4F29-B2E8-A34B79F93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48" y="4290263"/>
            <a:ext cx="9440034" cy="1049867"/>
          </a:xfrm>
        </p:spPr>
        <p:txBody>
          <a:bodyPr>
            <a:normAutofit/>
          </a:bodyPr>
          <a:lstStyle/>
          <a:p>
            <a:pPr algn="r"/>
            <a:r>
              <a:rPr lang="en-US" sz="2400" dirty="0">
                <a:latin typeface="Open Sans"/>
              </a:rPr>
              <a:t>Liu et al.</a:t>
            </a:r>
            <a:endParaRPr lang="en-AS" sz="2400" dirty="0">
              <a:latin typeface="Open Sans"/>
            </a:endParaRPr>
          </a:p>
          <a:p>
            <a:pPr algn="r"/>
            <a:r>
              <a:rPr lang="en-US" sz="2400" dirty="0">
                <a:latin typeface="Open Sans"/>
              </a:rPr>
              <a:t>ICML 2018 Best Paper Award</a:t>
            </a:r>
          </a:p>
        </p:txBody>
      </p:sp>
    </p:spTree>
    <p:extLst>
      <p:ext uri="{BB962C8B-B14F-4D97-AF65-F5344CB8AC3E}">
        <p14:creationId xmlns:p14="http://schemas.microsoft.com/office/powerpoint/2010/main" val="2935735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C0B90C8F-CD46-4D9C-94F3-32A22ACBA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55" y="2960842"/>
            <a:ext cx="4217588" cy="43244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793F50-3D6E-4E02-96C0-AF214A97D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77" y="2371035"/>
            <a:ext cx="5351575" cy="5112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451911-EE40-431D-9DD3-278F30EB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 Light (Headings)"/>
              </a:rPr>
              <a:t>Banks approving loan based on credit score</a:t>
            </a:r>
            <a:endParaRPr lang="en-AS" sz="4000" b="1" dirty="0">
              <a:latin typeface="Calibri Light (Headings)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106A1-C068-4826-BBE3-2AF62A9C9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/>
              </a:rPr>
              <a:t>Banks want to maximize the utility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Open San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AF06DE-C086-4092-94A2-07E17A9378B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890319" y="2642011"/>
            <a:ext cx="193987" cy="31883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74B049-0F5A-45A9-8264-406D581F0C75}"/>
              </a:ext>
            </a:extLst>
          </p:cNvPr>
          <p:cNvSpPr txBox="1"/>
          <p:nvPr/>
        </p:nvSpPr>
        <p:spPr>
          <a:xfrm>
            <a:off x="575970" y="2960843"/>
            <a:ext cx="628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/>
                </a:solidFill>
              </a:rPr>
              <a:t>Utility</a:t>
            </a:r>
            <a:endParaRPr lang="en-US" sz="1400" dirty="0">
              <a:solidFill>
                <a:schemeClr val="accent2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746B11-9761-49B9-A046-C1D64809A28D}"/>
              </a:ext>
            </a:extLst>
          </p:cNvPr>
          <p:cNvCxnSpPr/>
          <p:nvPr/>
        </p:nvCxnSpPr>
        <p:spPr>
          <a:xfrm flipH="1" flipV="1">
            <a:off x="1627464" y="2726422"/>
            <a:ext cx="75501" cy="23442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D6783-5486-4C48-94AB-C59EE8419712}"/>
              </a:ext>
            </a:extLst>
          </p:cNvPr>
          <p:cNvSpPr txBox="1"/>
          <p:nvPr/>
        </p:nvSpPr>
        <p:spPr>
          <a:xfrm>
            <a:off x="1204668" y="2960843"/>
            <a:ext cx="1152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Policy/Model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9A064E-B684-4C91-9CEC-9B1BF4E9FCBD}"/>
              </a:ext>
            </a:extLst>
          </p:cNvPr>
          <p:cNvCxnSpPr>
            <a:cxnSpLocks/>
          </p:cNvCxnSpPr>
          <p:nvPr/>
        </p:nvCxnSpPr>
        <p:spPr>
          <a:xfrm flipV="1">
            <a:off x="1910949" y="2818702"/>
            <a:ext cx="1012463" cy="449918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50764EA-0552-4138-93B1-696A68B03827}"/>
              </a:ext>
            </a:extLst>
          </p:cNvPr>
          <p:cNvSpPr txBox="1"/>
          <p:nvPr/>
        </p:nvSpPr>
        <p:spPr>
          <a:xfrm>
            <a:off x="987312" y="3182852"/>
            <a:ext cx="230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African American/Black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A98783-5818-4477-863C-4E6AB982D120}"/>
              </a:ext>
            </a:extLst>
          </p:cNvPr>
          <p:cNvCxnSpPr/>
          <p:nvPr/>
        </p:nvCxnSpPr>
        <p:spPr>
          <a:xfrm flipH="1" flipV="1">
            <a:off x="3154260" y="2818702"/>
            <a:ext cx="67112" cy="36415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A486E31-0C3E-4BC7-AA85-DFD894FF3FDD}"/>
              </a:ext>
            </a:extLst>
          </p:cNvPr>
          <p:cNvSpPr txBox="1"/>
          <p:nvPr/>
        </p:nvSpPr>
        <p:spPr>
          <a:xfrm>
            <a:off x="2759980" y="3182851"/>
            <a:ext cx="1430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/>
                </a:solidFill>
              </a:rPr>
              <a:t>Caucasian/White</a:t>
            </a:r>
            <a:endParaRPr lang="en-US" sz="1400" dirty="0">
              <a:solidFill>
                <a:schemeClr val="accent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AC9C4A-D912-4EF7-9707-CEA36DCCB261}"/>
              </a:ext>
            </a:extLst>
          </p:cNvPr>
          <p:cNvCxnSpPr>
            <a:cxnSpLocks/>
          </p:cNvCxnSpPr>
          <p:nvPr/>
        </p:nvCxnSpPr>
        <p:spPr>
          <a:xfrm flipH="1" flipV="1">
            <a:off x="3598878" y="2818703"/>
            <a:ext cx="1091019" cy="3641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4C6D620-E52B-49C7-8BDB-40D2CBC0406C}"/>
              </a:ext>
            </a:extLst>
          </p:cNvPr>
          <p:cNvSpPr/>
          <p:nvPr/>
        </p:nvSpPr>
        <p:spPr>
          <a:xfrm>
            <a:off x="4129831" y="3182851"/>
            <a:ext cx="14725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Group Proportion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C0AF6A-0A4F-48F1-A85C-0BE4C6AC9406}"/>
              </a:ext>
            </a:extLst>
          </p:cNvPr>
          <p:cNvCxnSpPr/>
          <p:nvPr/>
        </p:nvCxnSpPr>
        <p:spPr>
          <a:xfrm flipV="1">
            <a:off x="4009937" y="2818702"/>
            <a:ext cx="58723" cy="36414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8B65B1F-377A-4276-AB5E-5ED89339A4F2}"/>
              </a:ext>
            </a:extLst>
          </p:cNvPr>
          <p:cNvSpPr txBox="1"/>
          <p:nvPr/>
        </p:nvSpPr>
        <p:spPr>
          <a:xfrm>
            <a:off x="3478864" y="3182851"/>
            <a:ext cx="1068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Credit Score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1BEEEFE-98E5-456D-8699-615FEE03368F}"/>
              </a:ext>
            </a:extLst>
          </p:cNvPr>
          <p:cNvCxnSpPr>
            <a:cxnSpLocks/>
          </p:cNvCxnSpPr>
          <p:nvPr/>
        </p:nvCxnSpPr>
        <p:spPr>
          <a:xfrm flipH="1" flipV="1">
            <a:off x="4387444" y="2821628"/>
            <a:ext cx="679959" cy="36122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85F6A4D-EEB2-4660-9A0E-F39C5680E7E1}"/>
              </a:ext>
            </a:extLst>
          </p:cNvPr>
          <p:cNvSpPr txBox="1"/>
          <p:nvPr/>
        </p:nvSpPr>
        <p:spPr>
          <a:xfrm>
            <a:off x="4494825" y="3182851"/>
            <a:ext cx="15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All Possible Scores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EBFF683-B336-4CD3-A685-1B08EBEF93BC}"/>
              </a:ext>
            </a:extLst>
          </p:cNvPr>
          <p:cNvCxnSpPr/>
          <p:nvPr/>
        </p:nvCxnSpPr>
        <p:spPr>
          <a:xfrm flipV="1">
            <a:off x="4311941" y="2818702"/>
            <a:ext cx="377956" cy="364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D061686-F988-4A2A-877A-A7DEEA4F08EE}"/>
              </a:ext>
            </a:extLst>
          </p:cNvPr>
          <p:cNvSpPr txBox="1"/>
          <p:nvPr/>
        </p:nvSpPr>
        <p:spPr>
          <a:xfrm>
            <a:off x="3478864" y="3182850"/>
            <a:ext cx="1579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Policy </a:t>
            </a:r>
          </a:p>
          <a:p>
            <a:pPr algn="ctr"/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per Group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F51BFF5-EA0A-4B41-837F-1F375AFFCA99}"/>
              </a:ext>
            </a:extLst>
          </p:cNvPr>
          <p:cNvCxnSpPr>
            <a:cxnSpLocks/>
          </p:cNvCxnSpPr>
          <p:nvPr/>
        </p:nvCxnSpPr>
        <p:spPr>
          <a:xfrm flipV="1">
            <a:off x="5402960" y="2801427"/>
            <a:ext cx="1369" cy="38142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517B405-5B84-4753-ABAD-3C9BE5A37B71}"/>
              </a:ext>
            </a:extLst>
          </p:cNvPr>
          <p:cNvSpPr txBox="1"/>
          <p:nvPr/>
        </p:nvSpPr>
        <p:spPr>
          <a:xfrm>
            <a:off x="4617572" y="3182850"/>
            <a:ext cx="1579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Probability Mass</a:t>
            </a:r>
          </a:p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per Group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2CAA8AD-52A5-4AD0-9198-98A32B78B272}"/>
              </a:ext>
            </a:extLst>
          </p:cNvPr>
          <p:cNvCxnSpPr>
            <a:cxnSpLocks/>
          </p:cNvCxnSpPr>
          <p:nvPr/>
        </p:nvCxnSpPr>
        <p:spPr>
          <a:xfrm flipH="1" flipV="1">
            <a:off x="6058471" y="2796460"/>
            <a:ext cx="591868" cy="38638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486F126-CE8F-4CDC-BA61-4648FE624C7D}"/>
              </a:ext>
            </a:extLst>
          </p:cNvPr>
          <p:cNvSpPr txBox="1"/>
          <p:nvPr/>
        </p:nvSpPr>
        <p:spPr>
          <a:xfrm>
            <a:off x="6100329" y="3182851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Utility Function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0F3896C-881F-4C0F-9855-7BE5538B54FF}"/>
              </a:ext>
            </a:extLst>
          </p:cNvPr>
          <p:cNvCxnSpPr/>
          <p:nvPr/>
        </p:nvCxnSpPr>
        <p:spPr>
          <a:xfrm flipV="1">
            <a:off x="1204668" y="3393284"/>
            <a:ext cx="171126" cy="3733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A6436A0-8B26-418D-ACC1-90E262724CED}"/>
              </a:ext>
            </a:extLst>
          </p:cNvPr>
          <p:cNvSpPr txBox="1"/>
          <p:nvPr/>
        </p:nvSpPr>
        <p:spPr>
          <a:xfrm>
            <a:off x="636847" y="3716977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Utility Function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C11F3CA-C931-4344-A442-678DA2673729}"/>
              </a:ext>
            </a:extLst>
          </p:cNvPr>
          <p:cNvCxnSpPr/>
          <p:nvPr/>
        </p:nvCxnSpPr>
        <p:spPr>
          <a:xfrm flipV="1">
            <a:off x="2417180" y="3361906"/>
            <a:ext cx="0" cy="38023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072371A-24C8-444C-BB49-E162BCA5362C}"/>
              </a:ext>
            </a:extLst>
          </p:cNvPr>
          <p:cNvSpPr txBox="1"/>
          <p:nvPr/>
        </p:nvSpPr>
        <p:spPr>
          <a:xfrm>
            <a:off x="2052642" y="3712637"/>
            <a:ext cx="732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Profit</a:t>
            </a:r>
          </a:p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</a:rPr>
              <a:t>reapy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9E7F62F-1983-4619-82CC-0D43975B5CDE}"/>
              </a:ext>
            </a:extLst>
          </p:cNvPr>
          <p:cNvCxnSpPr/>
          <p:nvPr/>
        </p:nvCxnSpPr>
        <p:spPr>
          <a:xfrm flipV="1">
            <a:off x="3707934" y="3336739"/>
            <a:ext cx="94030" cy="36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92CF450-4D5E-44DA-BF41-4283F34822FE}"/>
              </a:ext>
            </a:extLst>
          </p:cNvPr>
          <p:cNvSpPr txBox="1"/>
          <p:nvPr/>
        </p:nvSpPr>
        <p:spPr>
          <a:xfrm>
            <a:off x="3288748" y="3712637"/>
            <a:ext cx="838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Loss</a:t>
            </a:r>
          </a:p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if default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DA6B619-C70F-424D-8986-CE92DAEE0928}"/>
              </a:ext>
            </a:extLst>
          </p:cNvPr>
          <p:cNvCxnSpPr>
            <a:cxnSpLocks/>
          </p:cNvCxnSpPr>
          <p:nvPr/>
        </p:nvCxnSpPr>
        <p:spPr>
          <a:xfrm flipH="1" flipV="1">
            <a:off x="4983061" y="3317788"/>
            <a:ext cx="165299" cy="3948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728D89C-D879-442E-A510-97CA1C1EF6AA}"/>
              </a:ext>
            </a:extLst>
          </p:cNvPr>
          <p:cNvSpPr txBox="1"/>
          <p:nvPr/>
        </p:nvSpPr>
        <p:spPr>
          <a:xfrm>
            <a:off x="4630396" y="3716177"/>
            <a:ext cx="116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Probability of</a:t>
            </a:r>
          </a:p>
          <a:p>
            <a:pPr algn="ctr"/>
            <a:r>
              <a:rPr lang="en-US" sz="1400" dirty="0"/>
              <a:t>Repaying</a:t>
            </a:r>
          </a:p>
        </p:txBody>
      </p:sp>
    </p:spTree>
    <p:extLst>
      <p:ext uri="{BB962C8B-B14F-4D97-AF65-F5344CB8AC3E}">
        <p14:creationId xmlns:p14="http://schemas.microsoft.com/office/powerpoint/2010/main" val="2488559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9" grpId="0"/>
      <p:bldP spid="19" grpId="1"/>
      <p:bldP spid="26" grpId="0"/>
      <p:bldP spid="26" grpId="1"/>
      <p:bldP spid="33" grpId="0"/>
      <p:bldP spid="33" grpId="1"/>
      <p:bldP spid="38" grpId="0"/>
      <p:bldP spid="38" grpId="1"/>
      <p:bldP spid="41" grpId="0"/>
      <p:bldP spid="41" grpId="1"/>
      <p:bldP spid="44" grpId="0"/>
      <p:bldP spid="44" grpId="1"/>
      <p:bldP spid="48" grpId="0"/>
      <p:bldP spid="48" grpId="1"/>
      <p:bldP spid="50" grpId="0"/>
      <p:bldP spid="50" grpId="1"/>
      <p:bldP spid="60" grpId="0"/>
      <p:bldP spid="63" grpId="0"/>
      <p:bldP spid="66" grpId="0"/>
      <p:bldP spid="7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CE19-1528-4C67-9826-CEFDBBA0A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Banks approving loan based on credit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2A520-8731-4178-A9DD-F4A729E40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Open Sans"/>
              </a:rPr>
              <a:t>In a long term, we want to monitor if a ‘social</a:t>
            </a:r>
          </a:p>
          <a:p>
            <a:pPr marL="0" indent="0">
              <a:buNone/>
            </a:pPr>
            <a:r>
              <a:rPr lang="en-US" sz="2000" dirty="0">
                <a:latin typeface="Open Sans"/>
              </a:rPr>
              <a:t>outcome’, such as credit score, has improved for</a:t>
            </a:r>
          </a:p>
          <a:p>
            <a:pPr marL="0" indent="0">
              <a:buNone/>
            </a:pPr>
            <a:r>
              <a:rPr lang="en-US" sz="2000" dirty="0">
                <a:latin typeface="Open Sans"/>
              </a:rPr>
              <a:t>different group, especially ones in disadvantage: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D13090-5E15-48B2-8CEF-9984190A4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871" y="3038489"/>
            <a:ext cx="4215063" cy="42197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13676F-3368-4CD3-B16B-B07B8439CF17}"/>
              </a:ext>
            </a:extLst>
          </p:cNvPr>
          <p:cNvCxnSpPr/>
          <p:nvPr/>
        </p:nvCxnSpPr>
        <p:spPr>
          <a:xfrm flipV="1">
            <a:off x="1406004" y="3420611"/>
            <a:ext cx="171126" cy="3733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ED9F94-2E25-49A3-86B9-1EB5E93896AF}"/>
              </a:ext>
            </a:extLst>
          </p:cNvPr>
          <p:cNvSpPr txBox="1"/>
          <p:nvPr/>
        </p:nvSpPr>
        <p:spPr>
          <a:xfrm>
            <a:off x="668526" y="3731295"/>
            <a:ext cx="147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Credit Score</a:t>
            </a:r>
          </a:p>
          <a:p>
            <a:pPr algn="ctr"/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Change for Group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3229CF-B1EF-4724-BF09-6F92C077427C}"/>
              </a:ext>
            </a:extLst>
          </p:cNvPr>
          <p:cNvCxnSpPr/>
          <p:nvPr/>
        </p:nvCxnSpPr>
        <p:spPr>
          <a:xfrm flipH="1" flipV="1">
            <a:off x="2021746" y="3420611"/>
            <a:ext cx="310393" cy="31068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C0620D5-995D-432D-A490-D784F0A78806}"/>
              </a:ext>
            </a:extLst>
          </p:cNvPr>
          <p:cNvSpPr txBox="1"/>
          <p:nvPr/>
        </p:nvSpPr>
        <p:spPr>
          <a:xfrm>
            <a:off x="2061252" y="3729489"/>
            <a:ext cx="609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Policy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BB4345-5326-440D-80E6-F1AF97B65C2F}"/>
              </a:ext>
            </a:extLst>
          </p:cNvPr>
          <p:cNvCxnSpPr>
            <a:cxnSpLocks/>
          </p:cNvCxnSpPr>
          <p:nvPr/>
        </p:nvCxnSpPr>
        <p:spPr>
          <a:xfrm flipV="1">
            <a:off x="4945512" y="3418805"/>
            <a:ext cx="114448" cy="31068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77B27D-8F45-49C5-83AD-2A1EBD107938}"/>
              </a:ext>
            </a:extLst>
          </p:cNvPr>
          <p:cNvSpPr txBox="1"/>
          <p:nvPr/>
        </p:nvSpPr>
        <p:spPr>
          <a:xfrm>
            <a:off x="4176067" y="3725877"/>
            <a:ext cx="165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Credit Score Change</a:t>
            </a:r>
          </a:p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given a Score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0D79938-0964-4670-8D57-FC3559E32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872" y="3555468"/>
            <a:ext cx="4035804" cy="372686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C0AD9D-C986-4002-A7DC-7F24FFC731EA}"/>
              </a:ext>
            </a:extLst>
          </p:cNvPr>
          <p:cNvCxnSpPr/>
          <p:nvPr/>
        </p:nvCxnSpPr>
        <p:spPr>
          <a:xfrm flipV="1">
            <a:off x="2390862" y="3928154"/>
            <a:ext cx="125835" cy="32094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F68DC11-2433-4C61-BABF-9279D4CD8BD2}"/>
              </a:ext>
            </a:extLst>
          </p:cNvPr>
          <p:cNvSpPr txBox="1"/>
          <p:nvPr/>
        </p:nvSpPr>
        <p:spPr>
          <a:xfrm>
            <a:off x="1582628" y="4172203"/>
            <a:ext cx="161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Score Improvement</a:t>
            </a:r>
          </a:p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</a:rPr>
              <a:t>reapy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6660BC-0ACF-4EB4-ADBA-11D21B8845AA}"/>
              </a:ext>
            </a:extLst>
          </p:cNvPr>
          <p:cNvCxnSpPr>
            <a:cxnSpLocks/>
          </p:cNvCxnSpPr>
          <p:nvPr/>
        </p:nvCxnSpPr>
        <p:spPr>
          <a:xfrm flipH="1" flipV="1">
            <a:off x="3775046" y="3883377"/>
            <a:ext cx="187449" cy="365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F9C186A-E364-4B47-95A9-828459E681F5}"/>
              </a:ext>
            </a:extLst>
          </p:cNvPr>
          <p:cNvSpPr txBox="1"/>
          <p:nvPr/>
        </p:nvSpPr>
        <p:spPr>
          <a:xfrm>
            <a:off x="3348402" y="4172203"/>
            <a:ext cx="1436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Score Decrement</a:t>
            </a:r>
          </a:p>
          <a:p>
            <a:pPr algn="ctr"/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if default</a:t>
            </a:r>
          </a:p>
        </p:txBody>
      </p:sp>
    </p:spTree>
    <p:extLst>
      <p:ext uri="{BB962C8B-B14F-4D97-AF65-F5344CB8AC3E}">
        <p14:creationId xmlns:p14="http://schemas.microsoft.com/office/powerpoint/2010/main" val="146717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0" grpId="0"/>
      <p:bldP spid="25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3EC7-21F0-4AAC-A087-F0548837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Only analyzing threshold policies?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8F7EE9-06BD-489A-BDBA-69B5CCF6E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374600" cy="22283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22C666-78D8-464F-9F45-F849A4D62284}"/>
              </a:ext>
            </a:extLst>
          </p:cNvPr>
          <p:cNvSpPr txBox="1"/>
          <p:nvPr/>
        </p:nvSpPr>
        <p:spPr>
          <a:xfrm>
            <a:off x="947257" y="4104601"/>
            <a:ext cx="6596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600A"/>
                </a:solidFill>
                <a:latin typeface="Open Sans"/>
              </a:rPr>
              <a:t>such that we can analyze policies by their selection rates.</a:t>
            </a:r>
          </a:p>
        </p:txBody>
      </p:sp>
    </p:spTree>
    <p:extLst>
      <p:ext uri="{BB962C8B-B14F-4D97-AF65-F5344CB8AC3E}">
        <p14:creationId xmlns:p14="http://schemas.microsoft.com/office/powerpoint/2010/main" val="1079929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400A80-97D0-4B05-B744-58A40927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Fairness criteria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DC7581-E70F-40C9-A432-5FE7A1161F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Demographic Parity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D3F7E-BA6B-4125-AC03-775E0D3AD3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Equal Opportunity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AB1AEE-DE4C-426C-AE38-59E093E91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51" y="2463818"/>
            <a:ext cx="5152725" cy="325834"/>
          </a:xfrm>
          <a:prstGeom prst="rect">
            <a:avLst/>
          </a:prstGeom>
        </p:spPr>
      </p:pic>
      <p:pic>
        <p:nvPicPr>
          <p:cNvPr id="11" name="Picture 10" descr="A picture containing knife, table&#10;&#10;Description automatically generated">
            <a:extLst>
              <a:ext uri="{FF2B5EF4-FFF2-40B4-BE49-F238E27FC236}">
                <a16:creationId xmlns:a16="http://schemas.microsoft.com/office/drawing/2014/main" id="{244075DE-3FCD-483B-A05D-684BCCB63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986" y="2463818"/>
            <a:ext cx="4441409" cy="10834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1F80BE-D4DC-4336-8A3F-477CE33A94EF}"/>
              </a:ext>
            </a:extLst>
          </p:cNvPr>
          <p:cNvSpPr txBox="1"/>
          <p:nvPr/>
        </p:nvSpPr>
        <p:spPr>
          <a:xfrm>
            <a:off x="1290955" y="3988521"/>
            <a:ext cx="3379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E600A"/>
                </a:solidFill>
                <a:latin typeface="Open Sans"/>
              </a:rPr>
              <a:t>Selection rates are the same for</a:t>
            </a:r>
          </a:p>
          <a:p>
            <a:r>
              <a:rPr lang="en-US" dirty="0">
                <a:solidFill>
                  <a:srgbClr val="EE600A"/>
                </a:solidFill>
                <a:latin typeface="Open Sans"/>
              </a:rPr>
              <a:t>both groups.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63CED-3641-4BEC-BD38-55B71A5E037C}"/>
              </a:ext>
            </a:extLst>
          </p:cNvPr>
          <p:cNvSpPr txBox="1"/>
          <p:nvPr/>
        </p:nvSpPr>
        <p:spPr>
          <a:xfrm>
            <a:off x="7063979" y="3988520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E600A"/>
                </a:solidFill>
                <a:latin typeface="Open Sans"/>
              </a:rPr>
              <a:t>Selection rate for one group decides</a:t>
            </a:r>
          </a:p>
          <a:p>
            <a:r>
              <a:rPr lang="en-US" dirty="0">
                <a:solidFill>
                  <a:srgbClr val="EE600A"/>
                </a:solidFill>
                <a:latin typeface="Open Sans"/>
              </a:rPr>
              <a:t>the selection for the other group.</a:t>
            </a:r>
          </a:p>
        </p:txBody>
      </p:sp>
    </p:spTree>
    <p:extLst>
      <p:ext uri="{BB962C8B-B14F-4D97-AF65-F5344CB8AC3E}">
        <p14:creationId xmlns:p14="http://schemas.microsoft.com/office/powerpoint/2010/main" val="1605380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F50100-C69D-443A-871A-18E65F17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Under different</a:t>
            </a:r>
            <a:br>
              <a:rPr lang="en-US" sz="4000" b="1" dirty="0"/>
            </a:br>
            <a:r>
              <a:rPr lang="en-US" sz="4000" b="1" dirty="0"/>
              <a:t>constraints:</a:t>
            </a:r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1DCCD720-0C77-4004-BFA8-1744F6EC3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785" y="995363"/>
            <a:ext cx="5043556" cy="4873625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9F7F82-6BE6-4FAC-81C0-093AC861C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7E7F6-E4BD-437E-9386-93DA99B67AE8}"/>
              </a:ext>
            </a:extLst>
          </p:cNvPr>
          <p:cNvSpPr txBox="1"/>
          <p:nvPr/>
        </p:nvSpPr>
        <p:spPr>
          <a:xfrm>
            <a:off x="839788" y="3367034"/>
            <a:ext cx="3714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A500"/>
                </a:solidFill>
                <a:latin typeface="Open Sans"/>
              </a:rPr>
              <a:t>MU: Max Utility/No Constraints</a:t>
            </a:r>
          </a:p>
          <a:p>
            <a:r>
              <a:rPr lang="en-US" sz="2000" dirty="0">
                <a:solidFill>
                  <a:srgbClr val="CC5CCF"/>
                </a:solidFill>
                <a:latin typeface="Open Sans"/>
              </a:rPr>
              <a:t>DP: Demographic Parity</a:t>
            </a:r>
          </a:p>
          <a:p>
            <a:r>
              <a:rPr lang="en-US" sz="2000" dirty="0">
                <a:solidFill>
                  <a:srgbClr val="2C918E"/>
                </a:solidFill>
                <a:latin typeface="Open Sans"/>
              </a:rPr>
              <a:t>EO: Equal Opportunity</a:t>
            </a:r>
          </a:p>
        </p:txBody>
      </p:sp>
    </p:spTree>
    <p:extLst>
      <p:ext uri="{BB962C8B-B14F-4D97-AF65-F5344CB8AC3E}">
        <p14:creationId xmlns:p14="http://schemas.microsoft.com/office/powerpoint/2010/main" val="2109719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D7B0479F-7721-4D9E-B7A0-338B325F4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521" y="1338925"/>
            <a:ext cx="6446958" cy="418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53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49298-6001-44FC-9300-586D8D8F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</a:t>
            </a:r>
            <a:r>
              <a:rPr lang="en-US" b="1" dirty="0"/>
              <a:t>heoretical result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3C779-AEC2-49DA-A291-58020460D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Open Sans"/>
              </a:rPr>
              <a:t>Fairness Criteria can cause Relative Improvement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>
                <a:latin typeface="Open Sans"/>
              </a:rPr>
              <a:t>DemParity</a:t>
            </a:r>
            <a:r>
              <a:rPr lang="en-US" dirty="0">
                <a:latin typeface="Open Sans"/>
              </a:rPr>
              <a:t> can cause harm by being over-eager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>
                <a:latin typeface="Open Sans"/>
              </a:rPr>
              <a:t>EqOpt</a:t>
            </a:r>
            <a:r>
              <a:rPr lang="en-US" dirty="0">
                <a:latin typeface="Open Sans"/>
              </a:rPr>
              <a:t> can cause harm by being over-eager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>
                <a:latin typeface="Open Sans"/>
              </a:rPr>
              <a:t>EqOpt</a:t>
            </a:r>
            <a:r>
              <a:rPr lang="en-US" dirty="0">
                <a:latin typeface="Open Sans"/>
              </a:rPr>
              <a:t> may avoid active harm where </a:t>
            </a:r>
            <a:r>
              <a:rPr lang="en-US" dirty="0" err="1">
                <a:latin typeface="Open Sans"/>
              </a:rPr>
              <a:t>DemParity</a:t>
            </a:r>
            <a:r>
              <a:rPr lang="en-US" dirty="0">
                <a:latin typeface="Open Sans"/>
              </a:rPr>
              <a:t> fails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>
                <a:latin typeface="Open Sans"/>
              </a:rPr>
              <a:t>DemParity</a:t>
            </a:r>
            <a:r>
              <a:rPr lang="en-US" dirty="0">
                <a:latin typeface="Open Sans"/>
              </a:rPr>
              <a:t> never loans less than </a:t>
            </a:r>
            <a:r>
              <a:rPr lang="en-US" dirty="0" err="1">
                <a:latin typeface="Open Sans"/>
              </a:rPr>
              <a:t>MaxUtil</a:t>
            </a:r>
            <a:r>
              <a:rPr lang="en-US" dirty="0">
                <a:latin typeface="Open Sans"/>
              </a:rPr>
              <a:t>, but </a:t>
            </a:r>
            <a:r>
              <a:rPr lang="en-US" dirty="0" err="1">
                <a:latin typeface="Open Sans"/>
              </a:rPr>
              <a:t>EqOpt</a:t>
            </a:r>
            <a:r>
              <a:rPr lang="en-US" dirty="0">
                <a:latin typeface="Open Sans"/>
              </a:rPr>
              <a:t> might</a:t>
            </a:r>
          </a:p>
        </p:txBody>
      </p:sp>
    </p:spTree>
    <p:extLst>
      <p:ext uri="{BB962C8B-B14F-4D97-AF65-F5344CB8AC3E}">
        <p14:creationId xmlns:p14="http://schemas.microsoft.com/office/powerpoint/2010/main" val="3733110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FBBE-73FF-4FE9-8EB7-52DB7B48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Result</a:t>
            </a:r>
            <a:endParaRPr lang="en-US" b="1" dirty="0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276381B9-9EB4-4E78-BA21-9BF983FDE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7"/>
            <a:ext cx="4597866" cy="45512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993082-6E90-4C1F-9323-EE661D59D0DD}"/>
              </a:ext>
            </a:extLst>
          </p:cNvPr>
          <p:cNvSpPr txBox="1"/>
          <p:nvPr/>
        </p:nvSpPr>
        <p:spPr>
          <a:xfrm>
            <a:off x="6635692" y="3604747"/>
            <a:ext cx="4055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Open Sans"/>
              </a:rPr>
              <a:t>DP is doing actual harm!</a:t>
            </a:r>
          </a:p>
        </p:txBody>
      </p:sp>
    </p:spTree>
    <p:extLst>
      <p:ext uri="{BB962C8B-B14F-4D97-AF65-F5344CB8AC3E}">
        <p14:creationId xmlns:p14="http://schemas.microsoft.com/office/powerpoint/2010/main" val="208989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5BF27A8F8E5E4E86CA741843D2CF78" ma:contentTypeVersion="10" ma:contentTypeDescription="Create a new document." ma:contentTypeScope="" ma:versionID="d5ebc22201ea701cf76d4c374f2763ea">
  <xsd:schema xmlns:xsd="http://www.w3.org/2001/XMLSchema" xmlns:xs="http://www.w3.org/2001/XMLSchema" xmlns:p="http://schemas.microsoft.com/office/2006/metadata/properties" xmlns:ns3="225ec4fb-0a7c-49db-905e-96da85d8cb3d" targetNamespace="http://schemas.microsoft.com/office/2006/metadata/properties" ma:root="true" ma:fieldsID="f488b5ceceb3d3059ee34c2f23f1c39a" ns3:_="">
    <xsd:import namespace="225ec4fb-0a7c-49db-905e-96da85d8cb3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5ec4fb-0a7c-49db-905e-96da85d8cb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DCAB33-E575-4797-8D89-97FA71190D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5ec4fb-0a7c-49db-905e-96da85d8cb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A65B16-FC61-4E00-AB20-05259E5BD9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969801-8E51-4C0C-9EDB-90C63C93B0F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</TotalTime>
  <Words>589</Words>
  <Application>Microsoft Office PowerPoint</Application>
  <PresentationFormat>Widescreen</PresentationFormat>
  <Paragraphs>132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Calibri Light (Headings)</vt:lpstr>
      <vt:lpstr>Open Sans</vt:lpstr>
      <vt:lpstr>Arial</vt:lpstr>
      <vt:lpstr>Calibri</vt:lpstr>
      <vt:lpstr>Calibri Light</vt:lpstr>
      <vt:lpstr>Cambria Math</vt:lpstr>
      <vt:lpstr>Rockwell</vt:lpstr>
      <vt:lpstr>Wingdings</vt:lpstr>
      <vt:lpstr>Office Theme</vt:lpstr>
      <vt:lpstr>Machine Learning Fairness</vt:lpstr>
      <vt:lpstr>Fairness Without Demographics in Repeated Loss Minimization</vt:lpstr>
      <vt:lpstr>Example</vt:lpstr>
      <vt:lpstr>Overview</vt:lpstr>
      <vt:lpstr>Part I</vt:lpstr>
      <vt:lpstr>Bounding worst-case risk</vt:lpstr>
      <vt:lpstr>Upper bound</vt:lpstr>
      <vt:lpstr>Example behavior of DRO</vt:lpstr>
      <vt:lpstr>Part II</vt:lpstr>
      <vt:lpstr>Part II Problem setting</vt:lpstr>
      <vt:lpstr>Part II</vt:lpstr>
      <vt:lpstr>Interpreting the dual</vt:lpstr>
      <vt:lpstr>Results</vt:lpstr>
      <vt:lpstr>Delayed Impact of Fair Machine Learning</vt:lpstr>
      <vt:lpstr>Banks approving loan based on credit score</vt:lpstr>
      <vt:lpstr>Banks approving loan based on credit score</vt:lpstr>
      <vt:lpstr>Only analyzing threshold policies?</vt:lpstr>
      <vt:lpstr>Fairness criteria</vt:lpstr>
      <vt:lpstr>Under different constraints:</vt:lpstr>
      <vt:lpstr>PowerPoint Presentation</vt:lpstr>
      <vt:lpstr>Theoretical result</vt:lpstr>
      <vt:lpstr>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Fairness</dc:title>
  <dc:creator>Su, Yufeng</dc:creator>
  <cp:lastModifiedBy>Su, Yufeng</cp:lastModifiedBy>
  <cp:revision>11</cp:revision>
  <dcterms:created xsi:type="dcterms:W3CDTF">2019-11-14T02:48:02Z</dcterms:created>
  <dcterms:modified xsi:type="dcterms:W3CDTF">2019-11-14T09:05:09Z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0x0101006D5BF27A8F8E5E4E86CA741843D2CF78</vt:lpwstr>
  </property>
</Properties>
</file>